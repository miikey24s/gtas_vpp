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dc669608da438e" /><Relationship Type="http://schemas.openxmlformats.org/officeDocument/2006/relationships/extended-properties" Target="/docProps/app.xml" Id="R412820a00f8e4a1e" /><Relationship Type="http://schemas.openxmlformats.org/officeDocument/2006/relationships/officeDocument" Target="/ppt/presentation.xml" Id="R7da62a019bcc42e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a12cc9f3cff4d39"/>
  </p:sldMasterIdLst>
  <p:notesMasterIdLst>
    <p:notesMasterId xmlns:r="http://schemas.openxmlformats.org/officeDocument/2006/relationships" r:id="R841bc963447f4a38"/>
  </p:notesMasterIdLst>
  <p:sldIdLst>
    <p:sldId xmlns:r="http://schemas.openxmlformats.org/officeDocument/2006/relationships" id="256" r:id="Rb99c49ab1a7544dd"/>
    <p:sldId xmlns:r="http://schemas.openxmlformats.org/officeDocument/2006/relationships" id="257" r:id="Rf6477f9fb92a44f0"/>
    <p:sldId xmlns:r="http://schemas.openxmlformats.org/officeDocument/2006/relationships" id="258" r:id="Re016b4bbd8a4408b"/>
    <p:sldId xmlns:r="http://schemas.openxmlformats.org/officeDocument/2006/relationships" id="259" r:id="R55080b19b4a545a2"/>
    <p:sldId xmlns:r="http://schemas.openxmlformats.org/officeDocument/2006/relationships" id="260" r:id="Rb42c6b435f6c42ae"/>
    <p:sldId xmlns:r="http://schemas.openxmlformats.org/officeDocument/2006/relationships" id="261" r:id="R486a12a3131f48ac"/>
    <p:sldId xmlns:r="http://schemas.openxmlformats.org/officeDocument/2006/relationships" id="262" r:id="R6ee45ff83f694ffc"/>
    <p:sldId xmlns:r="http://schemas.openxmlformats.org/officeDocument/2006/relationships" id="263" r:id="R404c6af6b799495e"/>
    <p:sldId xmlns:r="http://schemas.openxmlformats.org/officeDocument/2006/relationships" id="264" r:id="Rb2da9a88882d4cca"/>
    <p:sldId xmlns:r="http://schemas.openxmlformats.org/officeDocument/2006/relationships" id="265" r:id="R1da52ac9a3994587"/>
    <p:sldId xmlns:r="http://schemas.openxmlformats.org/officeDocument/2006/relationships" id="266" r:id="R2629aaa1cdfe4680"/>
    <p:sldId xmlns:r="http://schemas.openxmlformats.org/officeDocument/2006/relationships" id="267" r:id="R6b8a80b9995d4715"/>
    <p:sldId xmlns:r="http://schemas.openxmlformats.org/officeDocument/2006/relationships" id="268" r:id="R85f4e8c7e54d411d"/>
    <p:sldId xmlns:r="http://schemas.openxmlformats.org/officeDocument/2006/relationships" id="269" r:id="Rd654eec4e5d645b3"/>
    <p:sldId xmlns:r="http://schemas.openxmlformats.org/officeDocument/2006/relationships" id="270" r:id="R5caf16bd4f0343af"/>
  </p:sldIdLst>
  <p:sldSz cx="9144000" cy="5143500"/>
  <p:notesSz cx="6858000" cy="9144000"/>
  <p:embeddedFontLst>
    <p:embeddedFont>
      <p:font typeface="Inter"/>
      <p:regular xmlns:r="http://schemas.openxmlformats.org/officeDocument/2006/relationships" r:id="R760ff0d599084695"/>
    </p:embeddedFont>
    <p:embeddedFont>
      <p:font typeface="Space Grotesk"/>
      <p:regular xmlns:r="http://schemas.openxmlformats.org/officeDocument/2006/relationships" r:id="Rc62832c8971d43f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ea92d9a4e834501" /><Relationship Type="http://schemas.openxmlformats.org/officeDocument/2006/relationships/slideMaster" Target="/ppt/slideMasters/slideMaster1.xml" Id="Rca12cc9f3cff4d39" /><Relationship Type="http://schemas.openxmlformats.org/officeDocument/2006/relationships/notesMaster" Target="/ppt/notesMasters/notesMaster1.xml" Id="R841bc963447f4a38" /><Relationship Type="http://schemas.openxmlformats.org/officeDocument/2006/relationships/presProps" Target="/ppt/presProps.xml" Id="R25558133e9ba414c" /><Relationship Type="http://schemas.openxmlformats.org/officeDocument/2006/relationships/viewProps" Target="/ppt/viewProps.xml" Id="Rd50ba9180f43429f" /><Relationship Type="http://schemas.openxmlformats.org/officeDocument/2006/relationships/tableStyles" Target="/ppt/tableStyles.xml" Id="R2c084c1daeb84ed0" /><Relationship Type="http://schemas.openxmlformats.org/officeDocument/2006/relationships/font" Target="/ppt/fonts/font.dat" Id="R760ff0d599084695" /><Relationship Type="http://schemas.openxmlformats.org/officeDocument/2006/relationships/font" Target="/ppt/fonts/font2.dat" Id="Rc62832c8971d43fd" /><Relationship Type="http://schemas.openxmlformats.org/officeDocument/2006/relationships/slide" Target="/ppt/slides/slide1.xml" Id="Rb99c49ab1a7544dd" /><Relationship Type="http://schemas.openxmlformats.org/officeDocument/2006/relationships/slide" Target="/ppt/slides/slide2.xml" Id="Rf6477f9fb92a44f0" /><Relationship Type="http://schemas.openxmlformats.org/officeDocument/2006/relationships/slide" Target="/ppt/slides/slide3.xml" Id="Re016b4bbd8a4408b" /><Relationship Type="http://schemas.openxmlformats.org/officeDocument/2006/relationships/slide" Target="/ppt/slides/slide4.xml" Id="R55080b19b4a545a2" /><Relationship Type="http://schemas.openxmlformats.org/officeDocument/2006/relationships/slide" Target="/ppt/slides/slide5.xml" Id="Rb42c6b435f6c42ae" /><Relationship Type="http://schemas.openxmlformats.org/officeDocument/2006/relationships/slide" Target="/ppt/slides/slide6.xml" Id="R486a12a3131f48ac" /><Relationship Type="http://schemas.openxmlformats.org/officeDocument/2006/relationships/slide" Target="/ppt/slides/slide7.xml" Id="R6ee45ff83f694ffc" /><Relationship Type="http://schemas.openxmlformats.org/officeDocument/2006/relationships/slide" Target="/ppt/slides/slide8.xml" Id="R404c6af6b799495e" /><Relationship Type="http://schemas.openxmlformats.org/officeDocument/2006/relationships/slide" Target="/ppt/slides/slide9.xml" Id="Rb2da9a88882d4cca" /><Relationship Type="http://schemas.openxmlformats.org/officeDocument/2006/relationships/slide" Target="/ppt/slides/slide10.xml" Id="R1da52ac9a3994587" /><Relationship Type="http://schemas.openxmlformats.org/officeDocument/2006/relationships/slide" Target="/ppt/slides/slide11.xml" Id="R2629aaa1cdfe4680" /><Relationship Type="http://schemas.openxmlformats.org/officeDocument/2006/relationships/slide" Target="/ppt/slides/slide12.xml" Id="R6b8a80b9995d4715" /><Relationship Type="http://schemas.openxmlformats.org/officeDocument/2006/relationships/slide" Target="/ppt/slides/slide13.xml" Id="R85f4e8c7e54d411d" /><Relationship Type="http://schemas.openxmlformats.org/officeDocument/2006/relationships/slide" Target="/ppt/slides/slide14.xml" Id="Rd654eec4e5d645b3" /><Relationship Type="http://schemas.openxmlformats.org/officeDocument/2006/relationships/slide" Target="/ppt/slides/slide15.xml" Id="R5caf16bd4f0343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b45a2cb10540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cd3b00190f46c1" /><Relationship Type="http://schemas.openxmlformats.org/officeDocument/2006/relationships/notesMaster" Target="/ppt/notesMasters/notesMaster1.xml" Id="R66967379db7249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a10e7dfa464e72" /><Relationship Type="http://schemas.openxmlformats.org/officeDocument/2006/relationships/notesMaster" Target="/ppt/notesMasters/notesMaster1.xml" Id="Rd135269ccc354b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8d5dcb34104f6d" /><Relationship Type="http://schemas.openxmlformats.org/officeDocument/2006/relationships/notesMaster" Target="/ppt/notesMasters/notesMaster1.xml" Id="R3746a5e7f9864e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2430a6dd9d4548" /><Relationship Type="http://schemas.openxmlformats.org/officeDocument/2006/relationships/notesMaster" Target="/ppt/notesMasters/notesMaster1.xml" Id="R5f7ad01ac64548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f96af0e91d4702" /><Relationship Type="http://schemas.openxmlformats.org/officeDocument/2006/relationships/notesMaster" Target="/ppt/notesMasters/notesMaster1.xml" Id="R84d312e5edfc41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9a13fae9024d26" /><Relationship Type="http://schemas.openxmlformats.org/officeDocument/2006/relationships/notesMaster" Target="/ppt/notesMasters/notesMaster1.xml" Id="Rd9f1cb57893340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5b55b131c14def" /><Relationship Type="http://schemas.openxmlformats.org/officeDocument/2006/relationships/notesMaster" Target="/ppt/notesMasters/notesMaster1.xml" Id="R43ce87e8180348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33de2188264db6" /><Relationship Type="http://schemas.openxmlformats.org/officeDocument/2006/relationships/notesMaster" Target="/ppt/notesMasters/notesMaster1.xml" Id="R9f7a5cdb1b904d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f647ba20624d14" /><Relationship Type="http://schemas.openxmlformats.org/officeDocument/2006/relationships/notesMaster" Target="/ppt/notesMasters/notesMaster1.xml" Id="R8b56f5aa88fd47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f63b398f374831" /><Relationship Type="http://schemas.openxmlformats.org/officeDocument/2006/relationships/notesMaster" Target="/ppt/notesMasters/notesMaster1.xml" Id="Re800f317c18345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7308ea76f34b6e" /><Relationship Type="http://schemas.openxmlformats.org/officeDocument/2006/relationships/notesMaster" Target="/ppt/notesMasters/notesMaster1.xml" Id="R11aa76c89b0049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68fb4650414aee" /><Relationship Type="http://schemas.openxmlformats.org/officeDocument/2006/relationships/notesMaster" Target="/ppt/notesMasters/notesMaster1.xml" Id="R4c84fb60fa4348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743c59f8224a6b" /><Relationship Type="http://schemas.openxmlformats.org/officeDocument/2006/relationships/notesMaster" Target="/ppt/notesMasters/notesMaster1.xml" Id="R7857cff8248043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3e6cfaa8b34148" /><Relationship Type="http://schemas.openxmlformats.org/officeDocument/2006/relationships/notesMaster" Target="/ppt/notesMasters/notesMaster1.xml" Id="R4d027733b40d4c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7f228a46ed449b" /><Relationship Type="http://schemas.openxmlformats.org/officeDocument/2006/relationships/notesMaster" Target="/ppt/notesMasters/notesMaster1.xml" Id="R1c80bce24b324a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giới thiệu đề tài GTAS VPP và mục tiêu chuẩn hóa quy trình yêu cầu văn phòng phẩm theo kỳ.
Nhấn mạnh phạm vi đi từ đặt hàng, vận hành kỳ đến chốt kỳ và báo cáo.
Chuyển: trước hết cần nhìn vào cách dữ liệu thực tế đang được quản lý.
[Sources]
LVTN/NguyenAnNam_DH52201078.docx — bìa và phần mở đầu.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tệp Excel thực tế cho thấy dữ liệu bị chia theo đơn vị và theo tháng.
Excel vẫn nhập và tính tốt, nhưng khó quản lý thêm kỳ, quyền, trạng thái và lịch sử.
Nếu hội đồng hỏi vì sao không tiếp tục dùng Excel: hệ thống bổ sung vòng đời, phân quyền, chống trùng và truy vết.
Chuyển: vì vậy luận văn tập trung vào một quy trình web nội bộ có phạm vi rõ.
[Sources]
LVTN/data/2024.BẢNG ĐẶT VPP.xlsx.
LVTN/data/DANG KY VPP - CAC DON VI.xlsx.
Word mục 1.1.1 và 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phạm vi: nhiều kỳ, đơn bổ sung, dữ liệu nền, chốt kỳ, báo cáo và phân quyền.
Ba vai trò chính là Nhân viên, Quản lý và Quản trị hệ thống.
Đơn mua hàng, hợp đồng, tồn kho và tối ưu nhiều nhà cung cấp là hướng phát triển, không phải chức năng đã hoàn thiện.
Chuyển: từng vai trò sẽ nhìn thấy phạm vi thao tác khác nhau.
[Sources]
Word mục 1.1.2 và 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Nhân viên chỉ thao tác trên đơn của mình.
Quản lý duyệt ngoại lệ, vận hành và chốt kỳ theo phạm vi được cấp.
Quản trị hệ thống quản lý tài khoản, quyền và cấu hình mặc định; không bỏ qua ràng buộc nghiệp vụ.
Chuyển: từ phạm vi này, đề tài đưa ra ba quyết định thiết kế chính.
[Sources]
Word Hình 2-3, mục 2.3.1 và 4.1.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Đóng góp không nằm ở số lượng màn hình mà ở ba quyết định xử lý đúng hạn chế của bảng tính.
Mỗi kỳ độc lập; ngoại lệ có luồng riêng; giá trị được lưu theo căn cứ thời điểm.
Khi bị hỏi điểm khác một biểu mẫu web: GTAS VPP quản lý vòng đời và lịch sử, không chỉ lưu dòng dữ liệu.
Chuyển: quyết định đầu tiên được thể hiện rõ nhất ở mô hình nhiều kỳ.
[Sources]
Word mục 1.2.1–1.2.7 và 2.3.1.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Mặc định hệ thống duy trì ba kỳ nhưng quản trị có thể cấu hình từ 0 đến 12.
Ngày 29–31 được đưa về đúng ngày cuối tháng và xử lý đúng năm nhuận.
Cấu hình mới chỉ áp dụng cho kỳ được tạo sau; kỳ đã tồn tại giữ nguyên lịch.
Chuyển: khi có nhu cầu phát sinh, hệ thống dùng luồng ngoại lệ thay vì sửa tùy ý.
[Sources]
Word mục 1.2.1 và 2.3.1.5.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Đơn bổ sung cần lý do, chờ duyệt và có hạn xử lý mặc định sau ngày đóng.
Điều chỉnh sau chốt cần một quản lý khác xác nhận.
Kết quả hợp lệ tạo bản chốt tiếp theo và giữ nguyên bản cũ; không mở lại để ghi đè.
Chuyển: các quy tắc này được đặt trong một kiến trúc triển khai gọn.
[Sources]
Word mục 1.2.3, 1.2.4, 2.3.1.4 và 2.3.1.9.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Kiến trúc nguyên khối theo mô-đun phù hợp quy mô luận văn và một cơ sở dữ liệu giao dịch.
Giao diện, API, điều phối nghiệp vụ và lưu trữ vẫn tách trách nhiệm rõ.
Không chọn microservices vì chưa có nhu cầu mở rộng độc lập, trong khi chi phí triển khai và đồng bộ sẽ tăng.
Chuyển: kiến trúc chỉ là nền; dữ liệu còn được bảo vệ bằng nhiều lớp ràng buộc.
[Sources]
Word mục 2.2.
LVTN/diagrams/ch02/architecture-overview.svg.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Làm mờ hoặc ẩn nút chỉ hỗ trợ trải nghiệm; quyền thật được kiểm tra lại phía hệ thống.
Ràng buộc dữ liệu chặn trùng; cơ chế ghi đồng bộ phát hiện thay đổi cạnh tranh; phiên bản giữ lịch sử.
Ví dụ: hai yêu cầu đồng thời vẫn không thể tạo hai đơn thường trong cùng một kỳ.
Chuyển: từ các nguyên tắc đó, nhân viên có một luồng đặt hàng đơn giản hơn.
[Sources]
Word mục 1.2.2, 1.2.5–1.2.7 và Phụ lục 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Nhân viên chọn kỳ đang mở trước khi tạo hoặc sao chép đơn.
Hệ thống kiểm tra lại kỳ và lịch riêng trước khi lưu.
Sau khi gửi, người dùng theo dõi được đơn thường, đơn bổ sung và lịch sử của mình.
Chuyển: ở phía quản lý, dữ liệu được tổng hợp để vận hành và chốt kỳ.
[Sources]
Word mục 2.3.1.2–2.3.1.4.
LVTN/screenshots/ch03/ui-order-create.png.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Quản lý rà kỳ, xử lý đơn bổ sung, chọn nhà cung cấp và bảng giá trước khi xác nhận.
Hệ thống hiển thị riêng giá trị trước VAT, VAT và tổng giá trị đã gồm VAT.
Có thể chốt sớm khi kỳ đã đóng và không còn đơn bổ sung chờ duyệt.
Chuyển: các mốc mặc định của kỳ được quản trị bằng cấu hình có phiên bản.
[Sources]
Word mục 2.3.1.7–2.3.1.9.
Ảnh chốt kỳ từ giao diện GTAS VPP.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giá trị 3, 5, 5 và 10 là mặc định, không phải số bị khóa cứng.
Mỗi lần thay đổi tạo cấu hình mới cho các kỳ tương lai.
Không sửa ngược kỳ đã tồn tại vì kỳ có thể đã có đơn và lịch đã được thông báo.
Chuyển: nhờ đó hệ thống thay chuỗi biểu mẫu rời rạc bằng một nguồn dữ liệu chung.
[Sources]
Word mục 1.2.1 và 2.3.1.5.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Trước đây dữ liệu tách theo tháng và đơn vị, phụ thuộc công thức tra cứu và tổng hợp.
Sau khi chuẩn hóa, danh mục, kỳ, đơn và bảng giá dùng chung trong một hệ thống.
Excel vẫn được giữ cho xuất báo cáo và đối chiếu, không phải nguồn vận hành chính.
Chuyển: đối chiếu mục tiêu cho thấy luồng chính đã hoàn thành nhưng giới hạn vẫn rõ.
[Sources]
Hai tệp Excel trong LVTN/data/.
Word Chương 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mục tiêu chính về nhiều kỳ, ngoại lệ, bảng giá, chốt kỳ, phân quyền và báo cáo đã được hiện thực.
Hệ thống chưa phải giải pháp mua sắm trọn vòng đời.
Đơn mua hàng, hợp đồng, vận chuyển và tối ưu nhiều nhà cung cấp cần dữ liệu chuẩn hóa ở giai đoạn sau.
Chuyển: kết luận bằng ba điểm sẽ được minh họa trong phần demo.
[Sources]
Word Bảng 5-1, mục 5.2 và 5.3.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GTAS VPP tập trung dữ liệu, kiểm soát quyền và giữ lịch sử thay đổi.
Demo ba điểm: đặt hàng theo kỳ, duyệt đơn bổ sung, chốt kỳ và xem báo cáo.
Nếu không thể demo trực tiếp, dùng ảnh/PDF dự phòng theo đúng ba luồng này.
[Sources]
Word mục 5.1–5.3 và tổng kết Chương 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efd4c8399c41b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9d14ba93eb447b" /><Relationship Type="http://schemas.openxmlformats.org/officeDocument/2006/relationships/slideLayout" Target="/ppt/slideLayouts/slideLayout1.xml" Id="Rd74bc1d38329467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4bc1d38329467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517ee830974f51" /><Relationship Type="http://schemas.openxmlformats.org/officeDocument/2006/relationships/notesSlide" Target="/ppt/notesSlides/notesSlide1.xml" Id="R6df4ae5297b045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0833eb6b8c46c9" /><Relationship Type="http://schemas.openxmlformats.org/officeDocument/2006/relationships/image" Target="/ppt/media/image.png" Id="R0d5f36d5fd5043eb" /><Relationship Type="http://schemas.openxmlformats.org/officeDocument/2006/relationships/image" Target="/ppt/media/image2.png" Id="Re4d2ce9c5ff240e8" /><Relationship Type="http://schemas.openxmlformats.org/officeDocument/2006/relationships/notesSlide" Target="/ppt/notesSlides/notesSlide2.xml" Id="R6a9d4db8f68d49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d4d314708c415c" /><Relationship Type="http://schemas.openxmlformats.org/officeDocument/2006/relationships/notesSlide" Target="/ppt/notesSlides/notesSlide3.xml" Id="R5c7bd33aaf264c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feb81fc6b54445" /><Relationship Type="http://schemas.openxmlformats.org/officeDocument/2006/relationships/notesSlide" Target="/ppt/notesSlides/notesSlide4.xml" Id="R7f27a1e782da49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d8123d5bb44067" /><Relationship Type="http://schemas.openxmlformats.org/officeDocument/2006/relationships/notesSlide" Target="/ppt/notesSlides/notesSlide5.xml" Id="R99ea8c0905f843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0d843591ba4fb0" /><Relationship Type="http://schemas.openxmlformats.org/officeDocument/2006/relationships/notesSlide" Target="/ppt/notesSlides/notesSlide6.xml" Id="R0a63b07aa7d64a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047b12018342b8" /><Relationship Type="http://schemas.openxmlformats.org/officeDocument/2006/relationships/notesSlide" Target="/ppt/notesSlides/notesSlide7.xml" Id="R9f22041817684b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d366c9513e4980" /><Relationship Type="http://schemas.openxmlformats.org/officeDocument/2006/relationships/notesSlide" Target="/ppt/notesSlides/notesSlide8.xml" Id="R964f25f7ffc849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0f739cafae74e3f" /><Relationship Type="http://schemas.openxmlformats.org/officeDocument/2006/relationships/notesSlide" Target="/ppt/notesSlides/notesSlide9.xml" Id="R82bc6edb406240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b9b3e1d3ebe4cb2" /><Relationship Type="http://schemas.openxmlformats.org/officeDocument/2006/relationships/image" Target="/ppt/media/image3.png" Id="R6a5aa4cbf45e4f74" /><Relationship Type="http://schemas.openxmlformats.org/officeDocument/2006/relationships/notesSlide" Target="/ppt/notesSlides/notesSlide10.xml" Id="R42ace8f1650945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9e47053f234a77" /><Relationship Type="http://schemas.openxmlformats.org/officeDocument/2006/relationships/image" Target="/ppt/media/image4.png" Id="Ra09910212fe34b23" /><Relationship Type="http://schemas.openxmlformats.org/officeDocument/2006/relationships/notesSlide" Target="/ppt/notesSlides/notesSlide11.xml" Id="R802fce73609947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834c5276c1e482e" /><Relationship Type="http://schemas.openxmlformats.org/officeDocument/2006/relationships/notesSlide" Target="/ppt/notesSlides/notesSlide12.xml" Id="Rc93514293dab44c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589d2c266d453c" /><Relationship Type="http://schemas.openxmlformats.org/officeDocument/2006/relationships/image" Target="/ppt/media/image5.png" Id="Rbd090a3a351c4396" /><Relationship Type="http://schemas.openxmlformats.org/officeDocument/2006/relationships/image" Target="/ppt/media/image6.png" Id="R4dcf72ced2fb436e" /><Relationship Type="http://schemas.openxmlformats.org/officeDocument/2006/relationships/image" Target="/ppt/media/image7.png" Id="Rf19f665065364687" /><Relationship Type="http://schemas.openxmlformats.org/officeDocument/2006/relationships/notesSlide" Target="/ppt/notesSlides/notesSlide13.xml" Id="Rbec96c3529c642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3971fa4b5144348" /><Relationship Type="http://schemas.openxmlformats.org/officeDocument/2006/relationships/notesSlide" Target="/ppt/notesSlides/notesSlide14.xml" Id="Rc2faf6ccbd8842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be276dd49214afe" /><Relationship Type="http://schemas.openxmlformats.org/officeDocument/2006/relationships/notesSlide" Target="/ppt/notesSlides/notesSlide15.xml" Id="Rdd80fa03a4f44fd1" /></Relationships>
</file>

<file path=ppt/slides/slide1.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2619AF5A-8B07-4F20-99F0-D54BBC257427}"/>
              </a:ext>
            </a:extLst>
          </p:cNvPr>
          <p:cNvSpPr>
            <a:spLocks xmlns:a="http://schemas.openxmlformats.org/drawingml/2006/main" noGrp="1"/>
          </p:cNvSpPr>
          <p:nvPr/>
        </p:nvSpPr>
        <p:spPr>
          <a:xfrm xmlns:a="http://schemas.openxmlformats.org/drawingml/2006/main">
            <a:off x="6553200" y="0"/>
            <a:ext cx="2590800" cy="5143500"/>
          </a:xfrm>
          <a:prstGeom xmlns:a="http://schemas.openxmlformats.org/drawingml/2006/main" prst="rect">
            <a:avLst/>
          </a:prstGeom>
          <a:solidFill xmlns:a="http://schemas.openxmlformats.org/drawingml/2006/main">
            <a:srgbClr val="0B2235"/>
          </a:solidFill>
        </p:spPr>
      </p:sp>
      <p:sp>
        <p:nvSpPr>
          <p:cNvPr id="4" name="Shape 1">
            <a:extLst xmlns:a="http://schemas.openxmlformats.org/drawingml/2006/main">
              <a:ext uri="{FF2B5EF4-FFF2-40B4-BE49-F238E27FC236}">
                <a16:creationId xmlns:a16="http://schemas.microsoft.com/office/drawing/2014/main" id="{D502C465-6C22-4268-950E-1D2AC9675712}"/>
              </a:ext>
            </a:extLst>
          </p:cNvPr>
          <p:cNvSpPr>
            <a:spLocks xmlns:a="http://schemas.openxmlformats.org/drawingml/2006/main" noGrp="1"/>
          </p:cNvSpPr>
          <p:nvPr/>
        </p:nvSpPr>
        <p:spPr>
          <a:xfrm xmlns:a="http://schemas.openxmlformats.org/drawingml/2006/main">
            <a:off x="6467475" y="0"/>
            <a:ext cx="85725" cy="5143500"/>
          </a:xfrm>
          <a:prstGeom xmlns:a="http://schemas.openxmlformats.org/drawingml/2006/main" prst="rect">
            <a:avLst/>
          </a:prstGeom>
          <a:solidFill xmlns:a="http://schemas.openxmlformats.org/drawingml/2006/main">
            <a:srgbClr val="00A67E"/>
          </a:solidFill>
        </p:spPr>
      </p:sp>
      <p:sp>
        <p:nvSpPr>
          <p:cNvPr id="5" name="Shape 2">
            <a:extLst xmlns:a="http://schemas.openxmlformats.org/drawingml/2006/main">
              <a:ext uri="{FF2B5EF4-FFF2-40B4-BE49-F238E27FC236}">
                <a16:creationId xmlns:a16="http://schemas.microsoft.com/office/drawing/2014/main" id="{3AB88BD7-F4A6-45B7-B648-8C5C42568C52}"/>
              </a:ext>
            </a:extLst>
          </p:cNvPr>
          <p:cNvSpPr>
            <a:spLocks xmlns:a="http://schemas.openxmlformats.org/drawingml/2006/main" noGrp="1"/>
          </p:cNvSpPr>
          <p:nvPr/>
        </p:nvSpPr>
        <p:spPr>
          <a:xfrm xmlns:a="http://schemas.openxmlformats.org/drawingml/2006/main">
            <a:off x="7334250" y="-857250"/>
            <a:ext cx="2571750" cy="2571750"/>
          </a:xfrm>
          <a:prstGeom xmlns:a="http://schemas.openxmlformats.org/drawingml/2006/main" prst="ellipse">
            <a:avLst/>
          </a:prstGeom>
          <a:solidFill xmlns:a="http://schemas.openxmlformats.org/drawingml/2006/main">
            <a:srgbClr val="00A67E"/>
          </a:solidFill>
        </p:spPr>
      </p:sp>
      <p:sp>
        <p:nvSpPr>
          <p:cNvPr id="6" name="Shape 3">
            <a:extLst xmlns:a="http://schemas.openxmlformats.org/drawingml/2006/main">
              <a:ext uri="{FF2B5EF4-FFF2-40B4-BE49-F238E27FC236}">
                <a16:creationId xmlns:a16="http://schemas.microsoft.com/office/drawing/2014/main" id="{210BDA20-8F19-42EF-BA10-7FD1FDCE2740}"/>
              </a:ext>
            </a:extLst>
          </p:cNvPr>
          <p:cNvSpPr>
            <a:spLocks xmlns:a="http://schemas.openxmlformats.org/drawingml/2006/main" noGrp="1"/>
          </p:cNvSpPr>
          <p:nvPr/>
        </p:nvSpPr>
        <p:spPr>
          <a:xfrm xmlns:a="http://schemas.openxmlformats.org/drawingml/2006/main">
            <a:off x="6858000" y="762000"/>
            <a:ext cx="457200" cy="457200"/>
          </a:xfrm>
          <a:prstGeom xmlns:a="http://schemas.openxmlformats.org/drawingml/2006/main" prst="ellipse">
            <a:avLst/>
          </a:prstGeom>
          <a:solidFill xmlns:a="http://schemas.openxmlformats.org/drawingml/2006/main">
            <a:srgbClr val="F7D75C"/>
          </a:solidFill>
        </p:spPr>
      </p:sp>
      <p:sp>
        <p:nvSpPr>
          <p:cNvPr id="7" name="Text 4">
            <a:extLst xmlns:a="http://schemas.openxmlformats.org/drawingml/2006/main">
              <a:ext uri="{FF2B5EF4-FFF2-40B4-BE49-F238E27FC236}">
                <a16:creationId xmlns:a16="http://schemas.microsoft.com/office/drawing/2014/main" id="{C380D0E8-6424-4108-AB2C-BEE55427D1EB}"/>
              </a:ext>
            </a:extLst>
          </p:cNvPr>
          <p:cNvSpPr>
            <a:spLocks xmlns:a="http://schemas.openxmlformats.org/drawingml/2006/main" noGrp="1"/>
          </p:cNvSpPr>
          <p:nvPr/>
        </p:nvSpPr>
        <p:spPr>
          <a:xfrm xmlns:a="http://schemas.openxmlformats.org/drawingml/2006/main">
            <a:off x="476250" y="419100"/>
            <a:ext cx="4286250" cy="1238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1"/>
              </a:lnSpc>
              <a:buNone/>
            </a:pPr>
            <a:r>
              <a:rPr sz="855" b="1">
                <a:solidFill>
                  <a:srgbClr val="00A67E">
                    <a:alpha val="99000"/>
                  </a:srgbClr>
                </a:solidFill>
                <a:latin typeface="Inter"/>
                <a:ea typeface="Inter"/>
                <a:cs typeface="Inter"/>
              </a:rPr>
              <a:t>LUẬN VĂN TỐT NGHIỆP  ·  2026</a:t>
            </a:r>
            <a:endParaRPr sz="855"/>
          </a:p>
        </p:txBody>
      </p:sp>
      <p:sp>
        <p:nvSpPr>
          <p:cNvPr id="8" name="Text 5">
            <a:extLst xmlns:a="http://schemas.openxmlformats.org/drawingml/2006/main">
              <a:ext uri="{FF2B5EF4-FFF2-40B4-BE49-F238E27FC236}">
                <a16:creationId xmlns:a16="http://schemas.microsoft.com/office/drawing/2014/main" id="{CA4DD9A4-6203-4831-88DC-D279157AF7B3}"/>
              </a:ext>
            </a:extLst>
          </p:cNvPr>
          <p:cNvSpPr>
            <a:spLocks xmlns:a="http://schemas.openxmlformats.org/drawingml/2006/main" noGrp="1"/>
          </p:cNvSpPr>
          <p:nvPr/>
        </p:nvSpPr>
        <p:spPr>
          <a:xfrm xmlns:a="http://schemas.openxmlformats.org/drawingml/2006/main">
            <a:off x="476250" y="1095375"/>
            <a:ext cx="5524500" cy="11858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3064" b="1">
                <a:solidFill>
                  <a:srgbClr val="111315">
                    <a:alpha val="99000"/>
                  </a:srgbClr>
                </a:solidFill>
                <a:latin typeface="Inter"/>
                <a:ea typeface="Inter"/>
                <a:cs typeface="Inter"/>
              </a:rPr>
              <a:t>XÂY DỰNG WEBSITE</a:t>
            </a:r>
          </a:p>
          <a:p xmlns:a="http://schemas.openxmlformats.org/drawingml/2006/main">
            <a:pPr marL="0" algn="l"/>
            <a:r>
              <a:rPr sz="3064" b="1">
                <a:solidFill>
                  <a:srgbClr val="111315">
                    <a:alpha val="99000"/>
                  </a:srgbClr>
                </a:solidFill>
                <a:latin typeface="Inter"/>
                <a:ea typeface="Inter"/>
                <a:cs typeface="Inter"/>
              </a:rPr>
              <a:t>QUẢN LÝ VĂN PHÒNG PHẨM</a:t>
            </a:r>
          </a:p>
          <a:p xmlns:a="http://schemas.openxmlformats.org/drawingml/2006/main">
            <a:pPr marL="0" algn="l"/>
            <a:r>
              <a:rPr sz="3064" b="1">
                <a:solidFill>
                  <a:srgbClr val="111315">
                    <a:alpha val="99000"/>
                  </a:srgbClr>
                </a:solidFill>
                <a:latin typeface="Inter"/>
                <a:ea typeface="Inter"/>
                <a:cs typeface="Inter"/>
              </a:rPr>
              <a:t>PHONG PHÚ</a:t>
            </a:r>
          </a:p>
        </p:txBody>
      </p:sp>
      <p:sp>
        <p:nvSpPr>
          <p:cNvPr id="9" name="Text 6">
            <a:extLst xmlns:a="http://schemas.openxmlformats.org/drawingml/2006/main">
              <a:ext uri="{FF2B5EF4-FFF2-40B4-BE49-F238E27FC236}">
                <a16:creationId xmlns:a16="http://schemas.microsoft.com/office/drawing/2014/main" id="{1C067249-DB2A-4B8E-9DFB-2D4F1AEA19BB}"/>
              </a:ext>
            </a:extLst>
          </p:cNvPr>
          <p:cNvSpPr>
            <a:spLocks xmlns:a="http://schemas.openxmlformats.org/drawingml/2006/main" noGrp="1"/>
          </p:cNvSpPr>
          <p:nvPr/>
        </p:nvSpPr>
        <p:spPr>
          <a:xfrm xmlns:a="http://schemas.openxmlformats.org/drawingml/2006/main">
            <a:off x="476250" y="4019550"/>
            <a:ext cx="4286250" cy="1381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9"/>
              </a:lnSpc>
              <a:buNone/>
            </a:pPr>
            <a:r>
              <a:rPr sz="926" b="1">
                <a:solidFill>
                  <a:srgbClr val="111315">
                    <a:alpha val="99000"/>
                  </a:srgbClr>
                </a:solidFill>
                <a:latin typeface="Inter"/>
                <a:ea typeface="Inter"/>
                <a:cs typeface="Inter"/>
              </a:rPr>
              <a:t>NGUYỄN AN NAM  ·  DH52201078</a:t>
            </a:r>
            <a:endParaRPr sz="926"/>
          </a:p>
        </p:txBody>
      </p:sp>
      <p:sp>
        <p:nvSpPr>
          <p:cNvPr id="10" name="Text 7">
            <a:extLst xmlns:a="http://schemas.openxmlformats.org/drawingml/2006/main">
              <a:ext uri="{FF2B5EF4-FFF2-40B4-BE49-F238E27FC236}">
                <a16:creationId xmlns:a16="http://schemas.microsoft.com/office/drawing/2014/main" id="{B076CA12-CC12-4646-9443-D0521D493E31}"/>
              </a:ext>
            </a:extLst>
          </p:cNvPr>
          <p:cNvSpPr>
            <a:spLocks xmlns:a="http://schemas.openxmlformats.org/drawingml/2006/main" noGrp="1"/>
          </p:cNvSpPr>
          <p:nvPr/>
        </p:nvSpPr>
        <p:spPr>
          <a:xfrm xmlns:a="http://schemas.openxmlformats.org/drawingml/2006/main">
            <a:off x="476250" y="4286250"/>
            <a:ext cx="428625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2"/>
              </a:lnSpc>
              <a:buNone/>
            </a:pPr>
            <a:r>
              <a:rPr sz="784">
                <a:solidFill>
                  <a:srgbClr val="5A615F">
                    <a:alpha val="99000"/>
                  </a:srgbClr>
                </a:solidFill>
                <a:latin typeface="Inter"/>
                <a:ea typeface="Inter"/>
                <a:cs typeface="Inter"/>
              </a:rPr>
              <a:t>GVHD: ThS. VIÊN THANH NHÃ</a:t>
            </a:r>
            <a:endParaRPr sz="784"/>
          </a:p>
        </p:txBody>
      </p:sp>
      <p:sp>
        <p:nvSpPr>
          <p:cNvPr id="11" name="Text 8">
            <a:extLst xmlns:a="http://schemas.openxmlformats.org/drawingml/2006/main">
              <a:ext uri="{FF2B5EF4-FFF2-40B4-BE49-F238E27FC236}">
                <a16:creationId xmlns:a16="http://schemas.microsoft.com/office/drawing/2014/main" id="{45BD79F1-B43B-4B10-9E18-1F86DD1B9EB3}"/>
              </a:ext>
            </a:extLst>
          </p:cNvPr>
          <p:cNvSpPr>
            <a:spLocks xmlns:a="http://schemas.openxmlformats.org/drawingml/2006/main" noGrp="1"/>
          </p:cNvSpPr>
          <p:nvPr/>
        </p:nvSpPr>
        <p:spPr>
          <a:xfrm xmlns:a="http://schemas.openxmlformats.org/drawingml/2006/main">
            <a:off x="476250" y="4772025"/>
            <a:ext cx="571500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784"/>
              </a:lnSpc>
              <a:buNone/>
            </a:pPr>
            <a:r>
              <a:rPr sz="713" b="1">
                <a:solidFill>
                  <a:srgbClr val="5A615F">
                    <a:alpha val="99000"/>
                  </a:srgbClr>
                </a:solidFill>
                <a:latin typeface="Inter"/>
                <a:ea typeface="Inter"/>
                <a:cs typeface="Inter"/>
              </a:rPr>
              <a:t>TRƯỜNG ĐẠI HỌC CÔNG NGHỆ SÀI GÒN  ·  KHOA CNTT</a:t>
            </a:r>
            <a:endParaRPr sz="713"/>
          </a:p>
        </p:txBody>
      </p:sp>
      <p:sp>
        <p:nvSpPr>
          <p:cNvPr id="12" name="Text 9">
            <a:extLst xmlns:a="http://schemas.openxmlformats.org/drawingml/2006/main">
              <a:ext uri="{FF2B5EF4-FFF2-40B4-BE49-F238E27FC236}">
                <a16:creationId xmlns:a16="http://schemas.microsoft.com/office/drawing/2014/main" id="{169E9A7A-C58D-4FBB-AB27-0E30F9F0AA70}"/>
              </a:ext>
            </a:extLst>
          </p:cNvPr>
          <p:cNvSpPr>
            <a:spLocks xmlns:a="http://schemas.openxmlformats.org/drawingml/2006/main" noGrp="1"/>
          </p:cNvSpPr>
          <p:nvPr/>
        </p:nvSpPr>
        <p:spPr>
          <a:xfrm xmlns:a="http://schemas.openxmlformats.org/drawingml/2006/main">
            <a:off x="6905625" y="3095625"/>
            <a:ext cx="1571625"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32"/>
              </a:lnSpc>
              <a:buNone/>
            </a:pPr>
            <a:r>
              <a:rPr sz="2423" b="1">
                <a:solidFill>
                  <a:srgbClr val="FFFFFF">
                    <a:alpha val="99000"/>
                  </a:srgbClr>
                </a:solidFill>
                <a:latin typeface="Space Grotesk"/>
                <a:ea typeface="Space Grotesk"/>
                <a:cs typeface="Space Grotesk"/>
              </a:rPr>
              <a:t>GTAS</a:t>
            </a:r>
            <a:endParaRPr sz="2423"/>
          </a:p>
          <a:p xmlns:a="http://schemas.openxmlformats.org/drawingml/2006/main">
            <a:pPr marL="0" indent="0" algn="l">
              <a:lnSpc>
                <a:spcPts val="2132"/>
              </a:lnSpc>
              <a:buNone/>
            </a:pPr>
            <a:r>
              <a:rPr sz="2423" b="1">
                <a:solidFill>
                  <a:srgbClr val="FFFFFF">
                    <a:alpha val="99000"/>
                  </a:srgbClr>
                </a:solidFill>
                <a:latin typeface="Space Grotesk"/>
                <a:ea typeface="Space Grotesk"/>
                <a:cs typeface="Space Grotesk"/>
              </a:rPr>
              <a:t>VPP</a:t>
            </a:r>
            <a:endParaRPr sz="2423"/>
          </a:p>
        </p:txBody>
      </p:sp>
    </p:spTree>
    <p:extLst>
      <p:ext uri="{BB962C8B-B14F-4D97-AF65-F5344CB8AC3E}">
        <p14:creationId xmlns:p14="http://schemas.microsoft.com/office/powerpoint/2010/main" val="1903488240"/>
      </p:ext>
    </p:extLst>
  </p:cSld>
</p:sld>
</file>

<file path=ppt/slides/slide2.xml><?xml version="1.0" encoding="utf-8"?>
<p:sld xmlns:p="http://schemas.openxmlformats.org/presentationml/2006/main">
  <p:cSld>
    <p:bg>
      <p:bgPr>
        <a:solidFill xmlns:a="http://schemas.openxmlformats.org/drawingml/2006/main">
          <a:srgbClr val="0B2235"/>
        </a:solidFill>
      </p:bgPr>
    </p:bg>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67579522-837B-4480-B33C-4A9C4F04516E}"/>
              </a:ext>
            </a:extLst>
          </p:cNvPr>
          <p:cNvSpPr>
            <a:spLocks xmlns:a="http://schemas.openxmlformats.org/drawingml/2006/main" noGrp="1"/>
          </p:cNvSpPr>
          <p:nvPr/>
        </p:nvSpPr>
        <p:spPr>
          <a:xfrm xmlns:a="http://schemas.openxmlformats.org/drawingml/2006/main">
            <a:off x="7334250" y="-1238250"/>
            <a:ext cx="2952750" cy="2952750"/>
          </a:xfrm>
          <a:prstGeom xmlns:a="http://schemas.openxmlformats.org/drawingml/2006/main" prst="ellipse">
            <a:avLst/>
          </a:prstGeom>
          <a:solidFill xmlns:a="http://schemas.openxmlformats.org/drawingml/2006/main">
            <a:srgbClr val="F7D75C"/>
          </a:solidFill>
        </p:spPr>
      </p:sp>
      <p:sp>
        <p:nvSpPr>
          <p:cNvPr id="4" name="Shape 1">
            <a:extLst xmlns:a="http://schemas.openxmlformats.org/drawingml/2006/main">
              <a:ext uri="{FF2B5EF4-FFF2-40B4-BE49-F238E27FC236}">
                <a16:creationId xmlns:a16="http://schemas.microsoft.com/office/drawing/2014/main" id="{A54EE601-426F-4A0D-B55B-0E9AE9EBDB51}"/>
              </a:ext>
            </a:extLst>
          </p:cNvPr>
          <p:cNvSpPr>
            <a:spLocks xmlns:a="http://schemas.openxmlformats.org/drawingml/2006/main" noGrp="1"/>
          </p:cNvSpPr>
          <p:nvPr/>
        </p:nvSpPr>
        <p:spPr>
          <a:xfrm xmlns:a="http://schemas.openxmlformats.org/drawingml/2006/main">
            <a:off x="0" y="0"/>
            <a:ext cx="85725" cy="5143500"/>
          </a:xfrm>
          <a:prstGeom xmlns:a="http://schemas.openxmlformats.org/drawingml/2006/main" prst="rect">
            <a:avLst/>
          </a:prstGeom>
          <a:solidFill xmlns:a="http://schemas.openxmlformats.org/drawingml/2006/main">
            <a:srgbClr val="00A67E"/>
          </a:solidFill>
        </p:spPr>
      </p:sp>
      <p:sp>
        <p:nvSpPr>
          <p:cNvPr id="5" name="Text 2">
            <a:extLst xmlns:a="http://schemas.openxmlformats.org/drawingml/2006/main">
              <a:ext uri="{FF2B5EF4-FFF2-40B4-BE49-F238E27FC236}">
                <a16:creationId xmlns:a16="http://schemas.microsoft.com/office/drawing/2014/main" id="{D2F07452-64C0-4993-AA4A-BDCD32342D9A}"/>
              </a:ext>
            </a:extLst>
          </p:cNvPr>
          <p:cNvSpPr>
            <a:spLocks xmlns:a="http://schemas.openxmlformats.org/drawingml/2006/main" noGrp="1"/>
          </p:cNvSpPr>
          <p:nvPr/>
        </p:nvSpPr>
        <p:spPr>
          <a:xfrm xmlns:a="http://schemas.openxmlformats.org/drawingml/2006/main">
            <a:off x="476250" y="361950"/>
            <a:ext cx="333375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2"/>
              </a:lnSpc>
              <a:buNone/>
            </a:pPr>
            <a:r>
              <a:rPr sz="784" b="1">
                <a:solidFill>
                  <a:srgbClr val="00A67E">
                    <a:alpha val="99000"/>
                  </a:srgbClr>
                </a:solidFill>
                <a:latin typeface="Inter"/>
                <a:ea typeface="Inter"/>
                <a:cs typeface="Inter"/>
              </a:rPr>
              <a:t>01  ·  BÀI TOÁN THỰC TẾ</a:t>
            </a:r>
            <a:endParaRPr sz="784"/>
          </a:p>
        </p:txBody>
      </p:sp>
      <p:sp>
        <p:nvSpPr>
          <p:cNvPr id="6" name="Text 3">
            <a:extLst xmlns:a="http://schemas.openxmlformats.org/drawingml/2006/main">
              <a:ext uri="{FF2B5EF4-FFF2-40B4-BE49-F238E27FC236}">
                <a16:creationId xmlns:a16="http://schemas.microsoft.com/office/drawing/2014/main" id="{D1C03B8B-9D66-4A8F-9E5F-1E5FA8F1791E}"/>
              </a:ext>
            </a:extLst>
          </p:cNvPr>
          <p:cNvSpPr>
            <a:spLocks xmlns:a="http://schemas.openxmlformats.org/drawingml/2006/main" noGrp="1"/>
          </p:cNvSpPr>
          <p:nvPr/>
        </p:nvSpPr>
        <p:spPr>
          <a:xfrm xmlns:a="http://schemas.openxmlformats.org/drawingml/2006/main">
            <a:off x="476250" y="638175"/>
            <a:ext cx="7239000" cy="600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280" b="1">
                <a:solidFill>
                  <a:srgbClr val="FFFFFF">
                    <a:alpha val="99000"/>
                  </a:srgbClr>
                </a:solidFill>
                <a:latin typeface="Inter"/>
                <a:ea typeface="Inter"/>
                <a:cs typeface="Inter"/>
              </a:rPr>
              <a:t>Một quy trình đang bị chia</a:t>
            </a:r>
          </a:p>
          <a:p xmlns:a="http://schemas.openxmlformats.org/drawingml/2006/main">
            <a:pPr marL="0" algn="l"/>
            <a:r>
              <a:rPr sz="2280" b="1">
                <a:solidFill>
                  <a:srgbClr val="FFFFFF">
                    <a:alpha val="99000"/>
                  </a:srgbClr>
                </a:solidFill>
                <a:latin typeface="Inter"/>
                <a:ea typeface="Inter"/>
                <a:cs typeface="Inter"/>
              </a:rPr>
              <a:t>thành hàng chục bảng tính</a:t>
            </a:r>
          </a:p>
        </p:txBody>
      </p:sp>
      <p:sp>
        <p:nvSpPr>
          <p:cNvPr id="7" name="Text 4">
            <a:extLst xmlns:a="http://schemas.openxmlformats.org/drawingml/2006/main">
              <a:ext uri="{FF2B5EF4-FFF2-40B4-BE49-F238E27FC236}">
                <a16:creationId xmlns:a16="http://schemas.microsoft.com/office/drawing/2014/main" id="{D77FB15D-138F-4C87-8326-7BFA37AEB0CC}"/>
              </a:ext>
            </a:extLst>
          </p:cNvPr>
          <p:cNvSpPr>
            <a:spLocks xmlns:a="http://schemas.openxmlformats.org/drawingml/2006/main" noGrp="1"/>
          </p:cNvSpPr>
          <p:nvPr/>
        </p:nvSpPr>
        <p:spPr>
          <a:xfrm xmlns:a="http://schemas.openxmlformats.org/drawingml/2006/main">
            <a:off x="495300" y="1447800"/>
            <a:ext cx="5905500" cy="1476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13"/>
              </a:lnSpc>
              <a:buNone/>
            </a:pPr>
            <a:r>
              <a:rPr sz="891">
                <a:solidFill>
                  <a:srgbClr val="FFFFFF">
                    <a:alpha val="99000"/>
                  </a:srgbClr>
                </a:solidFill>
                <a:latin typeface="Inter"/>
                <a:ea typeface="Inter"/>
                <a:cs typeface="Inter"/>
              </a:rPr>
              <a:t>Nhập liệu vẫn chạy — nhưng trạng thái, quyền và lịch sử thay đổi không có một nguồn chung.</a:t>
            </a:r>
            <a:endParaRPr sz="891"/>
          </a:p>
        </p:txBody>
      </p:sp>
      <p:sp>
        <p:nvSpPr>
          <p:cNvPr id="8" name="Text 5">
            <a:extLst xmlns:a="http://schemas.openxmlformats.org/drawingml/2006/main">
              <a:ext uri="{FF2B5EF4-FFF2-40B4-BE49-F238E27FC236}">
                <a16:creationId xmlns:a16="http://schemas.microsoft.com/office/drawing/2014/main" id="{B9E5878B-2EE3-42FB-A4CE-A6B2E5A4E4FB}"/>
              </a:ext>
            </a:extLst>
          </p:cNvPr>
          <p:cNvSpPr>
            <a:spLocks xmlns:a="http://schemas.openxmlformats.org/drawingml/2006/main" noGrp="1"/>
          </p:cNvSpPr>
          <p:nvPr/>
        </p:nvSpPr>
        <p:spPr>
          <a:xfrm xmlns:a="http://schemas.openxmlformats.org/drawingml/2006/main">
            <a:off x="476250" y="2047875"/>
            <a:ext cx="1238250" cy="4810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591"/>
              </a:lnSpc>
              <a:buNone/>
            </a:pPr>
            <a:r>
              <a:rPr sz="3990" b="1">
                <a:solidFill>
                  <a:srgbClr val="00A67E">
                    <a:alpha val="99000"/>
                  </a:srgbClr>
                </a:solidFill>
                <a:latin typeface="Space Grotesk"/>
                <a:ea typeface="Space Grotesk"/>
                <a:cs typeface="Space Grotesk"/>
              </a:rPr>
              <a:t>53</a:t>
            </a:r>
            <a:endParaRPr sz="3990"/>
          </a:p>
        </p:txBody>
      </p:sp>
      <p:sp>
        <p:nvSpPr>
          <p:cNvPr id="9" name="Text 6">
            <a:extLst xmlns:a="http://schemas.openxmlformats.org/drawingml/2006/main">
              <a:ext uri="{FF2B5EF4-FFF2-40B4-BE49-F238E27FC236}">
                <a16:creationId xmlns:a16="http://schemas.microsoft.com/office/drawing/2014/main" id="{67AC68B4-F4A4-492A-9AF4-C457EFC1BEBC}"/>
              </a:ext>
            </a:extLst>
          </p:cNvPr>
          <p:cNvSpPr>
            <a:spLocks xmlns:a="http://schemas.openxmlformats.org/drawingml/2006/main" noGrp="1"/>
          </p:cNvSpPr>
          <p:nvPr/>
        </p:nvSpPr>
        <p:spPr>
          <a:xfrm xmlns:a="http://schemas.openxmlformats.org/drawingml/2006/main">
            <a:off x="523875" y="2595563"/>
            <a:ext cx="1571625" cy="1190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01"/>
              </a:lnSpc>
              <a:buNone/>
            </a:pPr>
            <a:r>
              <a:rPr sz="819" b="1">
                <a:solidFill>
                  <a:srgbClr val="FFFFFF">
                    <a:alpha val="99000"/>
                  </a:srgbClr>
                </a:solidFill>
                <a:latin typeface="Inter"/>
                <a:ea typeface="Inter"/>
                <a:cs typeface="Inter"/>
              </a:rPr>
              <a:t>trang tính theo đơn vị</a:t>
            </a:r>
            <a:endParaRPr sz="819"/>
          </a:p>
        </p:txBody>
      </p:sp>
      <p:sp>
        <p:nvSpPr>
          <p:cNvPr id="10" name="Text 7">
            <a:extLst xmlns:a="http://schemas.openxmlformats.org/drawingml/2006/main">
              <a:ext uri="{FF2B5EF4-FFF2-40B4-BE49-F238E27FC236}">
                <a16:creationId xmlns:a16="http://schemas.microsoft.com/office/drawing/2014/main" id="{6B501CB9-EF89-4C63-B68D-01545279A4EF}"/>
              </a:ext>
            </a:extLst>
          </p:cNvPr>
          <p:cNvSpPr>
            <a:spLocks xmlns:a="http://schemas.openxmlformats.org/drawingml/2006/main" noGrp="1"/>
          </p:cNvSpPr>
          <p:nvPr/>
        </p:nvSpPr>
        <p:spPr>
          <a:xfrm xmlns:a="http://schemas.openxmlformats.org/drawingml/2006/main">
            <a:off x="476250" y="3028950"/>
            <a:ext cx="1238250" cy="4810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591"/>
              </a:lnSpc>
              <a:buNone/>
            </a:pPr>
            <a:r>
              <a:rPr sz="3990" b="1">
                <a:solidFill>
                  <a:srgbClr val="F7D75C">
                    <a:alpha val="99000"/>
                  </a:srgbClr>
                </a:solidFill>
                <a:latin typeface="Space Grotesk"/>
                <a:ea typeface="Space Grotesk"/>
                <a:cs typeface="Space Grotesk"/>
              </a:rPr>
              <a:t>04</a:t>
            </a:r>
            <a:endParaRPr sz="3990"/>
          </a:p>
        </p:txBody>
      </p:sp>
      <p:sp>
        <p:nvSpPr>
          <p:cNvPr id="11" name="Text 8">
            <a:extLst xmlns:a="http://schemas.openxmlformats.org/drawingml/2006/main">
              <a:ext uri="{FF2B5EF4-FFF2-40B4-BE49-F238E27FC236}">
                <a16:creationId xmlns:a16="http://schemas.microsoft.com/office/drawing/2014/main" id="{84173323-0C08-4D8C-A103-6D3123F58E5C}"/>
              </a:ext>
            </a:extLst>
          </p:cNvPr>
          <p:cNvSpPr>
            <a:spLocks xmlns:a="http://schemas.openxmlformats.org/drawingml/2006/main" noGrp="1"/>
          </p:cNvSpPr>
          <p:nvPr/>
        </p:nvSpPr>
        <p:spPr>
          <a:xfrm xmlns:a="http://schemas.openxmlformats.org/drawingml/2006/main">
            <a:off x="523875" y="3576638"/>
            <a:ext cx="1714500" cy="1190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01"/>
              </a:lnSpc>
              <a:buNone/>
            </a:pPr>
            <a:r>
              <a:rPr sz="819" b="1">
                <a:solidFill>
                  <a:srgbClr val="FFFFFF">
                    <a:alpha val="99000"/>
                  </a:srgbClr>
                </a:solidFill>
                <a:latin typeface="Inter"/>
                <a:ea typeface="Inter"/>
                <a:cs typeface="Inter"/>
              </a:rPr>
              <a:t>biểu mẫu theo tháng</a:t>
            </a:r>
            <a:endParaRPr sz="819"/>
          </a:p>
        </p:txBody>
      </p:sp>
      <p:sp>
        <p:nvSpPr>
          <p:cNvPr id="12" name="Text 9">
            <a:extLst xmlns:a="http://schemas.openxmlformats.org/drawingml/2006/main">
              <a:ext uri="{FF2B5EF4-FFF2-40B4-BE49-F238E27FC236}">
                <a16:creationId xmlns:a16="http://schemas.microsoft.com/office/drawing/2014/main" id="{F4336394-AD9E-4DF3-A684-A15FA817C23A}"/>
              </a:ext>
            </a:extLst>
          </p:cNvPr>
          <p:cNvSpPr>
            <a:spLocks xmlns:a="http://schemas.openxmlformats.org/drawingml/2006/main" noGrp="1"/>
          </p:cNvSpPr>
          <p:nvPr/>
        </p:nvSpPr>
        <p:spPr>
          <a:xfrm xmlns:a="http://schemas.openxmlformats.org/drawingml/2006/main">
            <a:off x="476250" y="4114800"/>
            <a:ext cx="1714500" cy="276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76"/>
              </a:lnSpc>
              <a:buNone/>
            </a:pPr>
            <a:r>
              <a:rPr sz="2209" b="1">
                <a:solidFill>
                  <a:srgbClr val="FF4D3D">
                    <a:alpha val="99000"/>
                  </a:srgbClr>
                </a:solidFill>
                <a:latin typeface="Space Grotesk"/>
                <a:ea typeface="Space Grotesk"/>
                <a:cs typeface="Space Grotesk"/>
              </a:rPr>
              <a:t>#REF!</a:t>
            </a:r>
            <a:endParaRPr sz="2209"/>
          </a:p>
        </p:txBody>
      </p:sp>
      <p:sp>
        <p:nvSpPr>
          <p:cNvPr id="13" name="Text 10">
            <a:extLst xmlns:a="http://schemas.openxmlformats.org/drawingml/2006/main">
              <a:ext uri="{FF2B5EF4-FFF2-40B4-BE49-F238E27FC236}">
                <a16:creationId xmlns:a16="http://schemas.microsoft.com/office/drawing/2014/main" id="{F294815D-FA9E-4292-B8CF-8228DBEB52DB}"/>
              </a:ext>
            </a:extLst>
          </p:cNvPr>
          <p:cNvSpPr>
            <a:spLocks xmlns:a="http://schemas.openxmlformats.org/drawingml/2006/main" noGrp="1"/>
          </p:cNvSpPr>
          <p:nvPr/>
        </p:nvSpPr>
        <p:spPr>
          <a:xfrm xmlns:a="http://schemas.openxmlformats.org/drawingml/2006/main">
            <a:off x="523875" y="4495800"/>
            <a:ext cx="200025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35"/>
              </a:lnSpc>
              <a:buNone/>
            </a:pPr>
            <a:r>
              <a:rPr sz="748">
                <a:solidFill>
                  <a:srgbClr val="FFFFFF">
                    <a:alpha val="99000"/>
                  </a:srgbClr>
                </a:solidFill>
                <a:latin typeface="Inter"/>
                <a:ea typeface="Inter"/>
                <a:cs typeface="Inter"/>
              </a:rPr>
              <a:t>Một công thức lỗi có thể lan sang bảng tổng hợp.</a:t>
            </a:r>
            <a:endParaRPr sz="748"/>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0d5f36d5fd5043eb"/>
          <a:srcRect xmlns:a="http://schemas.openxmlformats.org/drawingml/2006/main" l="0" t="0" r="0" b="0"/>
          <a:stretch xmlns:a="http://schemas.openxmlformats.org/drawingml/2006/main"/>
        </p:blipFill>
        <p:spPr>
          <a:xfrm xmlns:a="http://schemas.openxmlformats.org/drawingml/2006/main">
            <a:off x="2762250" y="2238375"/>
            <a:ext cx="5810250" cy="1571625"/>
          </a:xfrm>
          <a:prstGeom xmlns:a="http://schemas.openxmlformats.org/drawingml/2006/main" prst="rect">
            <a:avLst/>
          </a:prstGeom>
        </p:spPr>
      </p:pic>
      <p:pic>
        <p:nvPicPr>
          <p:cNvPr id="28" name="Image 1"/>
          <p:cNvPicPr>
            <a:picLocks xmlns:a="http://schemas.openxmlformats.org/drawingml/2006/main" noChangeAspect="1"/>
          </p:cNvPicPr>
          <p:nvPr/>
        </p:nvPicPr>
        <p:blipFill>
          <a:blip xmlns:r="http://schemas.openxmlformats.org/officeDocument/2006/relationships" xmlns:a="http://schemas.openxmlformats.org/drawingml/2006/main" r:embed="Re4d2ce9c5ff240e8"/>
          <a:srcRect xmlns:a="http://schemas.openxmlformats.org/drawingml/2006/main" l="0" t="0" r="0" b="0"/>
          <a:stretch xmlns:a="http://schemas.openxmlformats.org/drawingml/2006/main"/>
        </p:blipFill>
        <p:spPr>
          <a:xfrm xmlns:a="http://schemas.openxmlformats.org/drawingml/2006/main">
            <a:off x="2762250" y="3905250"/>
            <a:ext cx="5810250" cy="857250"/>
          </a:xfrm>
          <a:prstGeom xmlns:a="http://schemas.openxmlformats.org/drawingml/2006/main" prst="rect">
            <a:avLst/>
          </a:prstGeom>
        </p:spPr>
      </p:pic>
    </p:spTree>
    <p:extLst>
      <p:ext uri="{BB962C8B-B14F-4D97-AF65-F5344CB8AC3E}">
        <p14:creationId xmlns:p14="http://schemas.microsoft.com/office/powerpoint/2010/main" val="1083026158"/>
      </p:ext>
    </p:extLst>
  </p:cSld>
</p:sld>
</file>

<file path=ppt/slides/slide3.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826D3FFB-1ED2-43FE-8624-5029A115053E}"/>
              </a:ext>
            </a:extLst>
          </p:cNvPr>
          <p:cNvSpPr>
            <a:spLocks xmlns:a="http://schemas.openxmlformats.org/drawingml/2006/main" noGrp="1"/>
          </p:cNvSpPr>
          <p:nvPr/>
        </p:nvSpPr>
        <p:spPr>
          <a:xfrm xmlns:a="http://schemas.openxmlformats.org/drawingml/2006/main">
            <a:off x="523875" y="314325"/>
            <a:ext cx="381000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5A615F">
                    <a:alpha val="99000"/>
                  </a:srgbClr>
                </a:solidFill>
                <a:latin typeface="Inter"/>
                <a:ea typeface="Inter"/>
                <a:cs typeface="Inter"/>
              </a:rPr>
              <a:t>02  ·  PHẠM VI</a:t>
            </a:r>
            <a:endParaRPr sz="819"/>
          </a:p>
        </p:txBody>
      </p:sp>
      <p:sp>
        <p:nvSpPr>
          <p:cNvPr id="4" name="Text 1">
            <a:extLst xmlns:a="http://schemas.openxmlformats.org/drawingml/2006/main">
              <a:ext uri="{FF2B5EF4-FFF2-40B4-BE49-F238E27FC236}">
                <a16:creationId xmlns:a16="http://schemas.microsoft.com/office/drawing/2014/main" id="{7C6459A1-9C49-4BE7-BA20-AB12D3F96D91}"/>
              </a:ext>
            </a:extLst>
          </p:cNvPr>
          <p:cNvSpPr>
            <a:spLocks xmlns:a="http://schemas.openxmlformats.org/drawingml/2006/main" noGrp="1"/>
          </p:cNvSpPr>
          <p:nvPr/>
        </p:nvSpPr>
        <p:spPr>
          <a:xfrm xmlns:a="http://schemas.openxmlformats.org/drawingml/2006/main">
            <a:off x="523875" y="561975"/>
            <a:ext cx="6286500" cy="838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636" b="1">
                <a:solidFill>
                  <a:srgbClr val="0B2235">
                    <a:alpha val="99000"/>
                  </a:srgbClr>
                </a:solidFill>
                <a:latin typeface="Inter"/>
                <a:ea typeface="Inter"/>
                <a:cs typeface="Inter"/>
              </a:rPr>
              <a:t>GTAS VPP chuẩn hóa</a:t>
            </a:r>
          </a:p>
          <a:p xmlns:a="http://schemas.openxmlformats.org/drawingml/2006/main">
            <a:pPr marL="0" algn="l"/>
            <a:r>
              <a:rPr sz="2636" b="1">
                <a:solidFill>
                  <a:srgbClr val="0B2235">
                    <a:alpha val="99000"/>
                  </a:srgbClr>
                </a:solidFill>
                <a:latin typeface="Inter"/>
                <a:ea typeface="Inter"/>
                <a:cs typeface="Inter"/>
              </a:rPr>
              <a:t>quy trình nội bộ theo kỳ</a:t>
            </a:r>
          </a:p>
        </p:txBody>
      </p:sp>
      <p:sp>
        <p:nvSpPr>
          <p:cNvPr id="5" name="Shape 2">
            <a:extLst xmlns:a="http://schemas.openxmlformats.org/drawingml/2006/main">
              <a:ext uri="{FF2B5EF4-FFF2-40B4-BE49-F238E27FC236}">
                <a16:creationId xmlns:a16="http://schemas.microsoft.com/office/drawing/2014/main" id="{C6701DDE-2437-4BCB-BD91-1BFA904A3683}"/>
              </a:ext>
            </a:extLst>
          </p:cNvPr>
          <p:cNvSpPr>
            <a:spLocks xmlns:a="http://schemas.openxmlformats.org/drawingml/2006/main" noGrp="1"/>
          </p:cNvSpPr>
          <p:nvPr/>
        </p:nvSpPr>
        <p:spPr>
          <a:xfrm xmlns:a="http://schemas.openxmlformats.org/drawingml/2006/main">
            <a:off x="7191375" y="-809625"/>
            <a:ext cx="2667000" cy="2667000"/>
          </a:xfrm>
          <a:prstGeom xmlns:a="http://schemas.openxmlformats.org/drawingml/2006/main" prst="ellipse">
            <a:avLst/>
          </a:prstGeom>
          <a:solidFill xmlns:a="http://schemas.openxmlformats.org/drawingml/2006/main">
            <a:srgbClr val="00A67E"/>
          </a:solidFill>
        </p:spPr>
      </p:sp>
      <p:sp>
        <p:nvSpPr>
          <p:cNvPr id="6" name="Text 3">
            <a:extLst xmlns:a="http://schemas.openxmlformats.org/drawingml/2006/main">
              <a:ext uri="{FF2B5EF4-FFF2-40B4-BE49-F238E27FC236}">
                <a16:creationId xmlns:a16="http://schemas.microsoft.com/office/drawing/2014/main" id="{E7E559D2-05D7-4A86-862B-41AF4FF16552}"/>
              </a:ext>
            </a:extLst>
          </p:cNvPr>
          <p:cNvSpPr>
            <a:spLocks xmlns:a="http://schemas.openxmlformats.org/drawingml/2006/main" noGrp="1"/>
          </p:cNvSpPr>
          <p:nvPr/>
        </p:nvSpPr>
        <p:spPr>
          <a:xfrm xmlns:a="http://schemas.openxmlformats.org/drawingml/2006/main">
            <a:off x="7334250" y="500063"/>
            <a:ext cx="1190625" cy="523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5"/>
              </a:lnSpc>
              <a:buNone/>
            </a:pPr>
            <a:r>
              <a:rPr sz="1140" b="1">
                <a:solidFill>
                  <a:srgbClr val="111315">
                    <a:alpha val="99000"/>
                  </a:srgbClr>
                </a:solidFill>
                <a:latin typeface="Space Grotesk"/>
                <a:ea typeface="Space Grotesk"/>
                <a:cs typeface="Space Grotesk"/>
              </a:rPr>
              <a:t>TRONG</a:t>
            </a:r>
            <a:endParaRPr sz="1140"/>
          </a:p>
          <a:p xmlns:a="http://schemas.openxmlformats.org/drawingml/2006/main">
            <a:pPr marL="0" indent="0" algn="l">
              <a:lnSpc>
                <a:spcPts val="1455"/>
              </a:lnSpc>
              <a:buNone/>
            </a:pPr>
            <a:r>
              <a:rPr sz="1140" b="1">
                <a:solidFill>
                  <a:srgbClr val="111315">
                    <a:alpha val="99000"/>
                  </a:srgbClr>
                </a:solidFill>
                <a:latin typeface="Space Grotesk"/>
                <a:ea typeface="Space Grotesk"/>
                <a:cs typeface="Space Grotesk"/>
              </a:rPr>
              <a:t>PHẠM VI</a:t>
            </a:r>
            <a:endParaRPr sz="1140"/>
          </a:p>
        </p:txBody>
      </p:sp>
      <p:sp>
        <p:nvSpPr>
          <p:cNvPr id="7" name="Text 4">
            <a:extLst xmlns:a="http://schemas.openxmlformats.org/drawingml/2006/main">
              <a:ext uri="{FF2B5EF4-FFF2-40B4-BE49-F238E27FC236}">
                <a16:creationId xmlns:a16="http://schemas.microsoft.com/office/drawing/2014/main" id="{6165ED7F-2708-4019-A28E-CA339DB00602}"/>
              </a:ext>
            </a:extLst>
          </p:cNvPr>
          <p:cNvSpPr>
            <a:spLocks xmlns:a="http://schemas.openxmlformats.org/drawingml/2006/main" noGrp="1"/>
          </p:cNvSpPr>
          <p:nvPr/>
        </p:nvSpPr>
        <p:spPr>
          <a:xfrm xmlns:a="http://schemas.openxmlformats.org/drawingml/2006/main">
            <a:off x="523875" y="1857375"/>
            <a:ext cx="381000"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9"/>
              </a:lnSpc>
              <a:buNone/>
            </a:pPr>
            <a:r>
              <a:rPr sz="1496" b="1">
                <a:solidFill>
                  <a:srgbClr val="00A67E">
                    <a:alpha val="99000"/>
                  </a:srgbClr>
                </a:solidFill>
                <a:latin typeface="Space Grotesk"/>
                <a:ea typeface="Space Grotesk"/>
                <a:cs typeface="Space Grotesk"/>
              </a:rPr>
              <a:t>01</a:t>
            </a:r>
            <a:endParaRPr sz="1496"/>
          </a:p>
        </p:txBody>
      </p:sp>
      <p:sp>
        <p:nvSpPr>
          <p:cNvPr id="8" name="Text 5">
            <a:extLst xmlns:a="http://schemas.openxmlformats.org/drawingml/2006/main">
              <a:ext uri="{FF2B5EF4-FFF2-40B4-BE49-F238E27FC236}">
                <a16:creationId xmlns:a16="http://schemas.microsoft.com/office/drawing/2014/main" id="{DC28809B-B789-496F-A299-C9E9056B7475}"/>
              </a:ext>
            </a:extLst>
          </p:cNvPr>
          <p:cNvSpPr>
            <a:spLocks xmlns:a="http://schemas.openxmlformats.org/drawingml/2006/main" noGrp="1"/>
          </p:cNvSpPr>
          <p:nvPr/>
        </p:nvSpPr>
        <p:spPr>
          <a:xfrm xmlns:a="http://schemas.openxmlformats.org/drawingml/2006/main">
            <a:off x="523875" y="2166938"/>
            <a:ext cx="16668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37"/>
              </a:lnSpc>
              <a:buNone/>
            </a:pPr>
            <a:r>
              <a:rPr sz="1104" b="1">
                <a:solidFill>
                  <a:srgbClr val="0B2235">
                    <a:alpha val="99000"/>
                  </a:srgbClr>
                </a:solidFill>
                <a:latin typeface="Inter"/>
                <a:ea typeface="Inter"/>
                <a:cs typeface="Inter"/>
              </a:rPr>
              <a:t>Đặt hàng</a:t>
            </a:r>
            <a:endParaRPr sz="1104"/>
          </a:p>
        </p:txBody>
      </p:sp>
      <p:sp>
        <p:nvSpPr>
          <p:cNvPr id="9" name="Text 6">
            <a:extLst xmlns:a="http://schemas.openxmlformats.org/drawingml/2006/main">
              <a:ext uri="{FF2B5EF4-FFF2-40B4-BE49-F238E27FC236}">
                <a16:creationId xmlns:a16="http://schemas.microsoft.com/office/drawing/2014/main" id="{01A13D7F-05A8-45BD-96D1-7C51168F85D8}"/>
              </a:ext>
            </a:extLst>
          </p:cNvPr>
          <p:cNvSpPr>
            <a:spLocks xmlns:a="http://schemas.openxmlformats.org/drawingml/2006/main" noGrp="1"/>
          </p:cNvSpPr>
          <p:nvPr/>
        </p:nvSpPr>
        <p:spPr>
          <a:xfrm xmlns:a="http://schemas.openxmlformats.org/drawingml/2006/main">
            <a:off x="523875" y="2419350"/>
            <a:ext cx="1666875"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78"/>
              </a:lnSpc>
              <a:buNone/>
            </a:pPr>
            <a:r>
              <a:rPr sz="891">
                <a:solidFill>
                  <a:srgbClr val="5A615F">
                    <a:alpha val="99000"/>
                  </a:srgbClr>
                </a:solidFill>
                <a:latin typeface="Inter"/>
                <a:ea typeface="Inter"/>
                <a:cs typeface="Inter"/>
              </a:rPr>
              <a:t>nhiều kỳ đang mở</a:t>
            </a:r>
            <a:endParaRPr sz="891"/>
          </a:p>
        </p:txBody>
      </p:sp>
      <p:sp>
        <p:nvSpPr>
          <p:cNvPr id="10" name="Shape 7">
            <a:extLst xmlns:a="http://schemas.openxmlformats.org/drawingml/2006/main">
              <a:ext uri="{FF2B5EF4-FFF2-40B4-BE49-F238E27FC236}">
                <a16:creationId xmlns:a16="http://schemas.microsoft.com/office/drawing/2014/main" id="{6257BBE2-9363-4882-A1C8-92CCCC14F975}"/>
              </a:ext>
            </a:extLst>
          </p:cNvPr>
          <p:cNvSpPr>
            <a:spLocks xmlns:a="http://schemas.openxmlformats.org/drawingml/2006/main" noGrp="1"/>
          </p:cNvSpPr>
          <p:nvPr/>
        </p:nvSpPr>
        <p:spPr>
          <a:xfrm xmlns:a="http://schemas.openxmlformats.org/drawingml/2006/main">
            <a:off x="2262188" y="1928813"/>
            <a:ext cx="9525" cy="738188"/>
          </a:xfrm>
          <a:prstGeom xmlns:a="http://schemas.openxmlformats.org/drawingml/2006/main" prst="rect">
            <a:avLst/>
          </a:prstGeom>
          <a:solidFill xmlns:a="http://schemas.openxmlformats.org/drawingml/2006/main">
            <a:srgbClr val="C9C3B8"/>
          </a:solidFill>
        </p:spPr>
      </p:sp>
      <p:sp>
        <p:nvSpPr>
          <p:cNvPr id="11" name="Text 8">
            <a:extLst xmlns:a="http://schemas.openxmlformats.org/drawingml/2006/main">
              <a:ext uri="{FF2B5EF4-FFF2-40B4-BE49-F238E27FC236}">
                <a16:creationId xmlns:a16="http://schemas.microsoft.com/office/drawing/2014/main" id="{D0C3F283-39FF-4A7A-8BDA-BA5953496102}"/>
              </a:ext>
            </a:extLst>
          </p:cNvPr>
          <p:cNvSpPr>
            <a:spLocks xmlns:a="http://schemas.openxmlformats.org/drawingml/2006/main" noGrp="1"/>
          </p:cNvSpPr>
          <p:nvPr/>
        </p:nvSpPr>
        <p:spPr>
          <a:xfrm xmlns:a="http://schemas.openxmlformats.org/drawingml/2006/main">
            <a:off x="2476500" y="1857375"/>
            <a:ext cx="381000"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9"/>
              </a:lnSpc>
              <a:buNone/>
            </a:pPr>
            <a:r>
              <a:rPr sz="1496" b="1">
                <a:solidFill>
                  <a:srgbClr val="00A67E">
                    <a:alpha val="99000"/>
                  </a:srgbClr>
                </a:solidFill>
                <a:latin typeface="Space Grotesk"/>
                <a:ea typeface="Space Grotesk"/>
                <a:cs typeface="Space Grotesk"/>
              </a:rPr>
              <a:t>02</a:t>
            </a:r>
            <a:endParaRPr sz="1496"/>
          </a:p>
        </p:txBody>
      </p:sp>
      <p:sp>
        <p:nvSpPr>
          <p:cNvPr id="12" name="Text 9">
            <a:extLst xmlns:a="http://schemas.openxmlformats.org/drawingml/2006/main">
              <a:ext uri="{FF2B5EF4-FFF2-40B4-BE49-F238E27FC236}">
                <a16:creationId xmlns:a16="http://schemas.microsoft.com/office/drawing/2014/main" id="{EA56C6D5-763A-4322-8E1F-EDDFBE39BF51}"/>
              </a:ext>
            </a:extLst>
          </p:cNvPr>
          <p:cNvSpPr>
            <a:spLocks xmlns:a="http://schemas.openxmlformats.org/drawingml/2006/main" noGrp="1"/>
          </p:cNvSpPr>
          <p:nvPr/>
        </p:nvSpPr>
        <p:spPr>
          <a:xfrm xmlns:a="http://schemas.openxmlformats.org/drawingml/2006/main">
            <a:off x="2476500" y="2166938"/>
            <a:ext cx="16668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37"/>
              </a:lnSpc>
              <a:buNone/>
            </a:pPr>
            <a:r>
              <a:rPr sz="1104" b="1">
                <a:solidFill>
                  <a:srgbClr val="0B2235">
                    <a:alpha val="99000"/>
                  </a:srgbClr>
                </a:solidFill>
                <a:latin typeface="Inter"/>
                <a:ea typeface="Inter"/>
                <a:cs typeface="Inter"/>
              </a:rPr>
              <a:t>Vận hành</a:t>
            </a:r>
            <a:endParaRPr sz="1104"/>
          </a:p>
        </p:txBody>
      </p:sp>
      <p:sp>
        <p:nvSpPr>
          <p:cNvPr id="13" name="Text 10">
            <a:extLst xmlns:a="http://schemas.openxmlformats.org/drawingml/2006/main">
              <a:ext uri="{FF2B5EF4-FFF2-40B4-BE49-F238E27FC236}">
                <a16:creationId xmlns:a16="http://schemas.microsoft.com/office/drawing/2014/main" id="{CAA65BB2-1449-4A15-89E7-17C89F7BA99A}"/>
              </a:ext>
            </a:extLst>
          </p:cNvPr>
          <p:cNvSpPr>
            <a:spLocks xmlns:a="http://schemas.openxmlformats.org/drawingml/2006/main" noGrp="1"/>
          </p:cNvSpPr>
          <p:nvPr/>
        </p:nvSpPr>
        <p:spPr>
          <a:xfrm xmlns:a="http://schemas.openxmlformats.org/drawingml/2006/main">
            <a:off x="2476500" y="2419350"/>
            <a:ext cx="1666875"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78"/>
              </a:lnSpc>
              <a:buNone/>
            </a:pPr>
            <a:r>
              <a:rPr sz="891">
                <a:solidFill>
                  <a:srgbClr val="5A615F">
                    <a:alpha val="99000"/>
                  </a:srgbClr>
                </a:solidFill>
                <a:latin typeface="Inter"/>
                <a:ea typeface="Inter"/>
                <a:cs typeface="Inter"/>
              </a:rPr>
              <a:t>duyệt bổ sung · chốt kỳ</a:t>
            </a:r>
            <a:endParaRPr sz="891"/>
          </a:p>
        </p:txBody>
      </p:sp>
      <p:sp>
        <p:nvSpPr>
          <p:cNvPr id="14" name="Shape 11">
            <a:extLst xmlns:a="http://schemas.openxmlformats.org/drawingml/2006/main">
              <a:ext uri="{FF2B5EF4-FFF2-40B4-BE49-F238E27FC236}">
                <a16:creationId xmlns:a16="http://schemas.microsoft.com/office/drawing/2014/main" id="{E1B0E198-69AE-4F64-98D7-0CC9664A4BBD}"/>
              </a:ext>
            </a:extLst>
          </p:cNvPr>
          <p:cNvSpPr>
            <a:spLocks xmlns:a="http://schemas.openxmlformats.org/drawingml/2006/main" noGrp="1"/>
          </p:cNvSpPr>
          <p:nvPr/>
        </p:nvSpPr>
        <p:spPr>
          <a:xfrm xmlns:a="http://schemas.openxmlformats.org/drawingml/2006/main">
            <a:off x="4214813" y="1928813"/>
            <a:ext cx="9525" cy="738188"/>
          </a:xfrm>
          <a:prstGeom xmlns:a="http://schemas.openxmlformats.org/drawingml/2006/main" prst="rect">
            <a:avLst/>
          </a:prstGeom>
          <a:solidFill xmlns:a="http://schemas.openxmlformats.org/drawingml/2006/main">
            <a:srgbClr val="C9C3B8"/>
          </a:solidFill>
        </p:spPr>
      </p:sp>
      <p:sp>
        <p:nvSpPr>
          <p:cNvPr id="15" name="Text 12">
            <a:extLst xmlns:a="http://schemas.openxmlformats.org/drawingml/2006/main">
              <a:ext uri="{FF2B5EF4-FFF2-40B4-BE49-F238E27FC236}">
                <a16:creationId xmlns:a16="http://schemas.microsoft.com/office/drawing/2014/main" id="{D0A274BF-EBA2-4786-B64B-1D34FA92EC6A}"/>
              </a:ext>
            </a:extLst>
          </p:cNvPr>
          <p:cNvSpPr>
            <a:spLocks xmlns:a="http://schemas.openxmlformats.org/drawingml/2006/main" noGrp="1"/>
          </p:cNvSpPr>
          <p:nvPr/>
        </p:nvSpPr>
        <p:spPr>
          <a:xfrm xmlns:a="http://schemas.openxmlformats.org/drawingml/2006/main">
            <a:off x="4429125" y="1857375"/>
            <a:ext cx="381000"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9"/>
              </a:lnSpc>
              <a:buNone/>
            </a:pPr>
            <a:r>
              <a:rPr sz="1496" b="1">
                <a:solidFill>
                  <a:srgbClr val="00A67E">
                    <a:alpha val="99000"/>
                  </a:srgbClr>
                </a:solidFill>
                <a:latin typeface="Space Grotesk"/>
                <a:ea typeface="Space Grotesk"/>
                <a:cs typeface="Space Grotesk"/>
              </a:rPr>
              <a:t>03</a:t>
            </a:r>
            <a:endParaRPr sz="1496"/>
          </a:p>
        </p:txBody>
      </p:sp>
      <p:sp>
        <p:nvSpPr>
          <p:cNvPr id="16" name="Text 13">
            <a:extLst xmlns:a="http://schemas.openxmlformats.org/drawingml/2006/main">
              <a:ext uri="{FF2B5EF4-FFF2-40B4-BE49-F238E27FC236}">
                <a16:creationId xmlns:a16="http://schemas.microsoft.com/office/drawing/2014/main" id="{705C25ED-3923-43A3-9881-9F61359A014C}"/>
              </a:ext>
            </a:extLst>
          </p:cNvPr>
          <p:cNvSpPr>
            <a:spLocks xmlns:a="http://schemas.openxmlformats.org/drawingml/2006/main" noGrp="1"/>
          </p:cNvSpPr>
          <p:nvPr/>
        </p:nvSpPr>
        <p:spPr>
          <a:xfrm xmlns:a="http://schemas.openxmlformats.org/drawingml/2006/main">
            <a:off x="4429125" y="2166938"/>
            <a:ext cx="16668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37"/>
              </a:lnSpc>
              <a:buNone/>
            </a:pPr>
            <a:r>
              <a:rPr sz="1104" b="1">
                <a:solidFill>
                  <a:srgbClr val="0B2235">
                    <a:alpha val="99000"/>
                  </a:srgbClr>
                </a:solidFill>
                <a:latin typeface="Inter"/>
                <a:ea typeface="Inter"/>
                <a:cs typeface="Inter"/>
              </a:rPr>
              <a:t>Dữ liệu chung</a:t>
            </a:r>
            <a:endParaRPr sz="1104"/>
          </a:p>
        </p:txBody>
      </p:sp>
      <p:sp>
        <p:nvSpPr>
          <p:cNvPr id="17" name="Text 14">
            <a:extLst xmlns:a="http://schemas.openxmlformats.org/drawingml/2006/main">
              <a:ext uri="{FF2B5EF4-FFF2-40B4-BE49-F238E27FC236}">
                <a16:creationId xmlns:a16="http://schemas.microsoft.com/office/drawing/2014/main" id="{686815E5-CADA-40F3-8B64-D4D89393CF2C}"/>
              </a:ext>
            </a:extLst>
          </p:cNvPr>
          <p:cNvSpPr>
            <a:spLocks xmlns:a="http://schemas.openxmlformats.org/drawingml/2006/main" noGrp="1"/>
          </p:cNvSpPr>
          <p:nvPr/>
        </p:nvSpPr>
        <p:spPr>
          <a:xfrm xmlns:a="http://schemas.openxmlformats.org/drawingml/2006/main">
            <a:off x="4429125" y="2419350"/>
            <a:ext cx="18097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a:solidFill>
                  <a:srgbClr val="5A615F">
                    <a:alpha val="99000"/>
                  </a:srgbClr>
                </a:solidFill>
                <a:latin typeface="Inter"/>
                <a:ea typeface="Inter"/>
                <a:cs typeface="Inter"/>
              </a:rPr>
              <a:t>danh mục · nhà cung cấp</a:t>
            </a:r>
            <a:endParaRPr sz="855"/>
          </a:p>
          <a:p xmlns:a="http://schemas.openxmlformats.org/drawingml/2006/main">
            <a:pPr marL="0" indent="0" algn="l">
              <a:lnSpc>
                <a:spcPts val="1035"/>
              </a:lnSpc>
              <a:buNone/>
            </a:pPr>
            <a:r>
              <a:rPr sz="855">
                <a:solidFill>
                  <a:srgbClr val="5A615F">
                    <a:alpha val="99000"/>
                  </a:srgbClr>
                </a:solidFill>
                <a:latin typeface="Inter"/>
                <a:ea typeface="Inter"/>
                <a:cs typeface="Inter"/>
              </a:rPr>
              <a:t>· bảng giá</a:t>
            </a:r>
            <a:endParaRPr sz="855"/>
          </a:p>
        </p:txBody>
      </p:sp>
      <p:sp>
        <p:nvSpPr>
          <p:cNvPr id="18" name="Shape 15">
            <a:extLst xmlns:a="http://schemas.openxmlformats.org/drawingml/2006/main">
              <a:ext uri="{FF2B5EF4-FFF2-40B4-BE49-F238E27FC236}">
                <a16:creationId xmlns:a16="http://schemas.microsoft.com/office/drawing/2014/main" id="{A2336CB7-96B5-4438-B67E-0E0613C47A70}"/>
              </a:ext>
            </a:extLst>
          </p:cNvPr>
          <p:cNvSpPr>
            <a:spLocks xmlns:a="http://schemas.openxmlformats.org/drawingml/2006/main" noGrp="1"/>
          </p:cNvSpPr>
          <p:nvPr/>
        </p:nvSpPr>
        <p:spPr>
          <a:xfrm xmlns:a="http://schemas.openxmlformats.org/drawingml/2006/main">
            <a:off x="6167438" y="1928813"/>
            <a:ext cx="9525" cy="738188"/>
          </a:xfrm>
          <a:prstGeom xmlns:a="http://schemas.openxmlformats.org/drawingml/2006/main" prst="rect">
            <a:avLst/>
          </a:prstGeom>
          <a:solidFill xmlns:a="http://schemas.openxmlformats.org/drawingml/2006/main">
            <a:srgbClr val="C9C3B8"/>
          </a:solidFill>
        </p:spPr>
      </p:sp>
      <p:sp>
        <p:nvSpPr>
          <p:cNvPr id="19" name="Text 16">
            <a:extLst xmlns:a="http://schemas.openxmlformats.org/drawingml/2006/main">
              <a:ext uri="{FF2B5EF4-FFF2-40B4-BE49-F238E27FC236}">
                <a16:creationId xmlns:a16="http://schemas.microsoft.com/office/drawing/2014/main" id="{7F9430CD-34CA-4F6A-969C-83D76F7F01E7}"/>
              </a:ext>
            </a:extLst>
          </p:cNvPr>
          <p:cNvSpPr>
            <a:spLocks xmlns:a="http://schemas.openxmlformats.org/drawingml/2006/main" noGrp="1"/>
          </p:cNvSpPr>
          <p:nvPr/>
        </p:nvSpPr>
        <p:spPr>
          <a:xfrm xmlns:a="http://schemas.openxmlformats.org/drawingml/2006/main">
            <a:off x="6381750" y="1857375"/>
            <a:ext cx="381000"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9"/>
              </a:lnSpc>
              <a:buNone/>
            </a:pPr>
            <a:r>
              <a:rPr sz="1496" b="1">
                <a:solidFill>
                  <a:srgbClr val="00A67E">
                    <a:alpha val="99000"/>
                  </a:srgbClr>
                </a:solidFill>
                <a:latin typeface="Space Grotesk"/>
                <a:ea typeface="Space Grotesk"/>
                <a:cs typeface="Space Grotesk"/>
              </a:rPr>
              <a:t>04</a:t>
            </a:r>
            <a:endParaRPr sz="1496"/>
          </a:p>
        </p:txBody>
      </p:sp>
      <p:sp>
        <p:nvSpPr>
          <p:cNvPr id="20" name="Text 17">
            <a:extLst xmlns:a="http://schemas.openxmlformats.org/drawingml/2006/main">
              <a:ext uri="{FF2B5EF4-FFF2-40B4-BE49-F238E27FC236}">
                <a16:creationId xmlns:a16="http://schemas.microsoft.com/office/drawing/2014/main" id="{FBE9807E-AC6D-496F-9F2E-9F659B8D768A}"/>
              </a:ext>
            </a:extLst>
          </p:cNvPr>
          <p:cNvSpPr>
            <a:spLocks xmlns:a="http://schemas.openxmlformats.org/drawingml/2006/main" noGrp="1"/>
          </p:cNvSpPr>
          <p:nvPr/>
        </p:nvSpPr>
        <p:spPr>
          <a:xfrm xmlns:a="http://schemas.openxmlformats.org/drawingml/2006/main">
            <a:off x="6381750" y="2166938"/>
            <a:ext cx="16668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37"/>
              </a:lnSpc>
              <a:buNone/>
            </a:pPr>
            <a:r>
              <a:rPr sz="1104" b="1">
                <a:solidFill>
                  <a:srgbClr val="0B2235">
                    <a:alpha val="99000"/>
                  </a:srgbClr>
                </a:solidFill>
                <a:latin typeface="Inter"/>
                <a:ea typeface="Inter"/>
                <a:cs typeface="Inter"/>
              </a:rPr>
              <a:t>Kiểm soát</a:t>
            </a:r>
            <a:endParaRPr sz="1104"/>
          </a:p>
        </p:txBody>
      </p:sp>
      <p:sp>
        <p:nvSpPr>
          <p:cNvPr id="21" name="Text 18">
            <a:extLst xmlns:a="http://schemas.openxmlformats.org/drawingml/2006/main">
              <a:ext uri="{FF2B5EF4-FFF2-40B4-BE49-F238E27FC236}">
                <a16:creationId xmlns:a16="http://schemas.microsoft.com/office/drawing/2014/main" id="{1BBC95B4-49F0-47A2-BC3E-C88BF4047B75}"/>
              </a:ext>
            </a:extLst>
          </p:cNvPr>
          <p:cNvSpPr>
            <a:spLocks xmlns:a="http://schemas.openxmlformats.org/drawingml/2006/main" noGrp="1"/>
          </p:cNvSpPr>
          <p:nvPr/>
        </p:nvSpPr>
        <p:spPr>
          <a:xfrm xmlns:a="http://schemas.openxmlformats.org/drawingml/2006/main">
            <a:off x="6381750" y="2419350"/>
            <a:ext cx="1666875"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78"/>
              </a:lnSpc>
              <a:buNone/>
            </a:pPr>
            <a:r>
              <a:rPr sz="891">
                <a:solidFill>
                  <a:srgbClr val="5A615F">
                    <a:alpha val="99000"/>
                  </a:srgbClr>
                </a:solidFill>
                <a:latin typeface="Inter"/>
                <a:ea typeface="Inter"/>
                <a:cs typeface="Inter"/>
              </a:rPr>
              <a:t>quyền · lịch sử · báo cáo</a:t>
            </a:r>
            <a:endParaRPr sz="891"/>
          </a:p>
        </p:txBody>
      </p:sp>
      <p:sp>
        <p:nvSpPr>
          <p:cNvPr id="22" name="Shape 19">
            <a:extLst xmlns:a="http://schemas.openxmlformats.org/drawingml/2006/main">
              <a:ext uri="{FF2B5EF4-FFF2-40B4-BE49-F238E27FC236}">
                <a16:creationId xmlns:a16="http://schemas.microsoft.com/office/drawing/2014/main" id="{6BB42577-DA83-4C9B-A5BF-621D21947FD2}"/>
              </a:ext>
            </a:extLst>
          </p:cNvPr>
          <p:cNvSpPr>
            <a:spLocks xmlns:a="http://schemas.openxmlformats.org/drawingml/2006/main" noGrp="1"/>
          </p:cNvSpPr>
          <p:nvPr/>
        </p:nvSpPr>
        <p:spPr>
          <a:xfrm xmlns:a="http://schemas.openxmlformats.org/drawingml/2006/main">
            <a:off x="0" y="3571875"/>
            <a:ext cx="9144000" cy="1571625"/>
          </a:xfrm>
          <a:prstGeom xmlns:a="http://schemas.openxmlformats.org/drawingml/2006/main" prst="rect">
            <a:avLst/>
          </a:prstGeom>
          <a:solidFill xmlns:a="http://schemas.openxmlformats.org/drawingml/2006/main">
            <a:srgbClr val="0B2235"/>
          </a:solidFill>
        </p:spPr>
      </p:sp>
      <p:sp>
        <p:nvSpPr>
          <p:cNvPr id="23" name="Text 20">
            <a:extLst xmlns:a="http://schemas.openxmlformats.org/drawingml/2006/main">
              <a:ext uri="{FF2B5EF4-FFF2-40B4-BE49-F238E27FC236}">
                <a16:creationId xmlns:a16="http://schemas.microsoft.com/office/drawing/2014/main" id="{67BF9163-B49A-4245-96DF-E78D587F6276}"/>
              </a:ext>
            </a:extLst>
          </p:cNvPr>
          <p:cNvSpPr>
            <a:spLocks xmlns:a="http://schemas.openxmlformats.org/drawingml/2006/main" noGrp="1"/>
          </p:cNvSpPr>
          <p:nvPr/>
        </p:nvSpPr>
        <p:spPr>
          <a:xfrm xmlns:a="http://schemas.openxmlformats.org/drawingml/2006/main">
            <a:off x="523875" y="3819525"/>
            <a:ext cx="12382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b="1">
                <a:solidFill>
                  <a:srgbClr val="00A67E">
                    <a:alpha val="99000"/>
                  </a:srgbClr>
                </a:solidFill>
                <a:latin typeface="Inter"/>
                <a:ea typeface="Inter"/>
                <a:cs typeface="Inter"/>
              </a:rPr>
              <a:t>BA VAI TRÒ</a:t>
            </a:r>
            <a:endParaRPr sz="855"/>
          </a:p>
        </p:txBody>
      </p:sp>
      <p:sp>
        <p:nvSpPr>
          <p:cNvPr id="24" name="Text 21">
            <a:extLst xmlns:a="http://schemas.openxmlformats.org/drawingml/2006/main">
              <a:ext uri="{FF2B5EF4-FFF2-40B4-BE49-F238E27FC236}">
                <a16:creationId xmlns:a16="http://schemas.microsoft.com/office/drawing/2014/main" id="{28A5FAE9-477F-4B16-BFA6-0DF4AD38447D}"/>
              </a:ext>
            </a:extLst>
          </p:cNvPr>
          <p:cNvSpPr>
            <a:spLocks xmlns:a="http://schemas.openxmlformats.org/drawingml/2006/main" noGrp="1"/>
          </p:cNvSpPr>
          <p:nvPr/>
        </p:nvSpPr>
        <p:spPr>
          <a:xfrm xmlns:a="http://schemas.openxmlformats.org/drawingml/2006/main">
            <a:off x="523875" y="4048125"/>
            <a:ext cx="5476875"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73"/>
              </a:lnSpc>
              <a:buNone/>
            </a:pPr>
            <a:r>
              <a:rPr sz="1389">
                <a:solidFill>
                  <a:srgbClr val="FFFFFF">
                    <a:alpha val="99000"/>
                  </a:srgbClr>
                </a:solidFill>
                <a:latin typeface="Space Grotesk"/>
                <a:ea typeface="Space Grotesk"/>
                <a:cs typeface="Space Grotesk"/>
              </a:rPr>
              <a:t>Nhân viên   ·   Quản lý   ·   Quản trị hệ thống</a:t>
            </a:r>
            <a:endParaRPr sz="1389"/>
          </a:p>
        </p:txBody>
      </p:sp>
      <p:sp>
        <p:nvSpPr>
          <p:cNvPr id="25" name="Text 22">
            <a:extLst xmlns:a="http://schemas.openxmlformats.org/drawingml/2006/main">
              <a:ext uri="{FF2B5EF4-FFF2-40B4-BE49-F238E27FC236}">
                <a16:creationId xmlns:a16="http://schemas.microsoft.com/office/drawing/2014/main" id="{1DFC789A-3569-4A6D-8F2B-8F452852AEE1}"/>
              </a:ext>
            </a:extLst>
          </p:cNvPr>
          <p:cNvSpPr>
            <a:spLocks xmlns:a="http://schemas.openxmlformats.org/drawingml/2006/main" noGrp="1"/>
          </p:cNvSpPr>
          <p:nvPr/>
        </p:nvSpPr>
        <p:spPr>
          <a:xfrm xmlns:a="http://schemas.openxmlformats.org/drawingml/2006/main">
            <a:off x="6762750" y="3810000"/>
            <a:ext cx="1571625"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F7D75C">
                    <a:alpha val="99000"/>
                  </a:srgbClr>
                </a:solidFill>
                <a:latin typeface="Inter"/>
                <a:ea typeface="Inter"/>
                <a:cs typeface="Inter"/>
              </a:rPr>
              <a:t>Ngoài phạm vi luận văn</a:t>
            </a:r>
            <a:endParaRPr sz="819"/>
          </a:p>
        </p:txBody>
      </p:sp>
      <p:sp>
        <p:nvSpPr>
          <p:cNvPr id="26" name="Text 23">
            <a:extLst xmlns:a="http://schemas.openxmlformats.org/drawingml/2006/main">
              <a:ext uri="{FF2B5EF4-FFF2-40B4-BE49-F238E27FC236}">
                <a16:creationId xmlns:a16="http://schemas.microsoft.com/office/drawing/2014/main" id="{2BD79726-82EA-4D1A-B4A2-A0060A931571}"/>
              </a:ext>
            </a:extLst>
          </p:cNvPr>
          <p:cNvSpPr>
            <a:spLocks xmlns:a="http://schemas.openxmlformats.org/drawingml/2006/main" noGrp="1"/>
          </p:cNvSpPr>
          <p:nvPr/>
        </p:nvSpPr>
        <p:spPr>
          <a:xfrm xmlns:a="http://schemas.openxmlformats.org/drawingml/2006/main">
            <a:off x="6762750" y="4029075"/>
            <a:ext cx="19050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a:solidFill>
                  <a:srgbClr val="FFFFFF">
                    <a:alpha val="99000"/>
                  </a:srgbClr>
                </a:solidFill>
                <a:latin typeface="Inter"/>
                <a:ea typeface="Inter"/>
                <a:cs typeface="Inter"/>
              </a:rPr>
              <a:t>Thanh toán · tồn kho</a:t>
            </a:r>
            <a:endParaRPr sz="819"/>
          </a:p>
          <a:p xmlns:a="http://schemas.openxmlformats.org/drawingml/2006/main">
            <a:pPr marL="0" indent="0" algn="l">
              <a:lnSpc>
                <a:spcPts val="992"/>
              </a:lnSpc>
              <a:buNone/>
            </a:pPr>
            <a:r>
              <a:rPr sz="819">
                <a:solidFill>
                  <a:srgbClr val="FFFFFF">
                    <a:alpha val="99000"/>
                  </a:srgbClr>
                </a:solidFill>
                <a:latin typeface="Inter"/>
                <a:ea typeface="Inter"/>
                <a:cs typeface="Inter"/>
              </a:rPr>
              <a:t>Đơn mua hàng / hợp đồng</a:t>
            </a:r>
            <a:endParaRPr sz="819"/>
          </a:p>
          <a:p xmlns:a="http://schemas.openxmlformats.org/drawingml/2006/main">
            <a:pPr marL="0" indent="0" algn="l">
              <a:lnSpc>
                <a:spcPts val="992"/>
              </a:lnSpc>
              <a:buNone/>
            </a:pPr>
            <a:r>
              <a:rPr sz="819">
                <a:solidFill>
                  <a:srgbClr val="FFFFFF">
                    <a:alpha val="99000"/>
                  </a:srgbClr>
                </a:solidFill>
                <a:latin typeface="Inter"/>
                <a:ea typeface="Inter"/>
                <a:cs typeface="Inter"/>
              </a:rPr>
              <a:t>Tối ưu nhiều nhà cung cấp</a:t>
            </a:r>
            <a:endParaRPr sz="819"/>
          </a:p>
        </p:txBody>
      </p:sp>
      <p:sp>
        <p:nvSpPr>
          <p:cNvPr id="27" name="Text 24">
            <a:extLst xmlns:a="http://schemas.openxmlformats.org/drawingml/2006/main">
              <a:ext uri="{FF2B5EF4-FFF2-40B4-BE49-F238E27FC236}">
                <a16:creationId xmlns:a16="http://schemas.microsoft.com/office/drawing/2014/main" id="{B5F93E53-1C3C-4013-81D9-3E45F3AE23B1}"/>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FFFFFF">
                    <a:alpha val="99000"/>
                  </a:srgbClr>
                </a:solidFill>
                <a:latin typeface="Inter"/>
                <a:ea typeface="Inter"/>
                <a:cs typeface="Inter"/>
              </a:rPr>
              <a:t>03</a:t>
            </a:r>
            <a:endParaRPr sz="748"/>
          </a:p>
        </p:txBody>
      </p:sp>
      <p:sp>
        <p:nvSpPr>
          <p:cNvPr id="28" name="Shape 25">
            <a:extLst xmlns:a="http://schemas.openxmlformats.org/drawingml/2006/main">
              <a:ext uri="{FF2B5EF4-FFF2-40B4-BE49-F238E27FC236}">
                <a16:creationId xmlns:a16="http://schemas.microsoft.com/office/drawing/2014/main" id="{D14FCB84-2238-43AD-B451-935A53F13FB6}"/>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0A67E"/>
          </a:solidFill>
        </p:spPr>
      </p:sp>
    </p:spTree>
    <p:extLst>
      <p:ext uri="{BB962C8B-B14F-4D97-AF65-F5344CB8AC3E}">
        <p14:creationId xmlns:p14="http://schemas.microsoft.com/office/powerpoint/2010/main" val="1089238241"/>
      </p:ext>
    </p:extLst>
  </p:cSld>
</p:sld>
</file>

<file path=ppt/slides/slide4.xml><?xml version="1.0" encoding="utf-8"?>
<p:sld xmlns:p="http://schemas.openxmlformats.org/presentationml/2006/main">
  <p:cSld>
    <p:bg>
      <p:bgPr>
        <a:solidFill xmlns:a="http://schemas.openxmlformats.org/drawingml/2006/main">
          <a:srgbClr val="D8F2E9"/>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A4BB91-6154-4360-A14C-4A25738C488A}"/>
              </a:ext>
            </a:extLst>
          </p:cNvPr>
          <p:cNvSpPr>
            <a:spLocks xmlns:a="http://schemas.openxmlformats.org/drawingml/2006/main" noGrp="1"/>
          </p:cNvSpPr>
          <p:nvPr/>
        </p:nvSpPr>
        <p:spPr>
          <a:xfrm xmlns:a="http://schemas.openxmlformats.org/drawingml/2006/main">
            <a:off x="523875" y="314325"/>
            <a:ext cx="381000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5A615F">
                    <a:alpha val="99000"/>
                  </a:srgbClr>
                </a:solidFill>
                <a:latin typeface="Inter"/>
                <a:ea typeface="Inter"/>
                <a:cs typeface="Inter"/>
              </a:rPr>
              <a:t>03  ·  PHÂN QUYỀN</a:t>
            </a:r>
            <a:endParaRPr sz="819"/>
          </a:p>
        </p:txBody>
      </p:sp>
      <p:sp>
        <p:nvSpPr>
          <p:cNvPr id="4" name="Text 1">
            <a:extLst xmlns:a="http://schemas.openxmlformats.org/drawingml/2006/main">
              <a:ext uri="{FF2B5EF4-FFF2-40B4-BE49-F238E27FC236}">
                <a16:creationId xmlns:a16="http://schemas.microsoft.com/office/drawing/2014/main" id="{8B5C86EB-D366-49EB-8EF5-99C2CD3E8475}"/>
              </a:ext>
            </a:extLst>
          </p:cNvPr>
          <p:cNvSpPr>
            <a:spLocks xmlns:a="http://schemas.openxmlformats.org/drawingml/2006/main" noGrp="1"/>
          </p:cNvSpPr>
          <p:nvPr/>
        </p:nvSpPr>
        <p:spPr>
          <a:xfrm xmlns:a="http://schemas.openxmlformats.org/drawingml/2006/main">
            <a:off x="523875" y="547688"/>
            <a:ext cx="5334000"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708" b="1">
                <a:solidFill>
                  <a:srgbClr val="0B2235">
                    <a:alpha val="99000"/>
                  </a:srgbClr>
                </a:solidFill>
                <a:latin typeface="Inter"/>
                <a:ea typeface="Inter"/>
                <a:cs typeface="Inter"/>
              </a:rPr>
              <a:t>Cùng một hệ thống,</a:t>
            </a:r>
          </a:p>
          <a:p xmlns:a="http://schemas.openxmlformats.org/drawingml/2006/main">
            <a:pPr marL="0" algn="l"/>
            <a:r>
              <a:rPr sz="2708" b="1">
                <a:solidFill>
                  <a:srgbClr val="0B2235">
                    <a:alpha val="99000"/>
                  </a:srgbClr>
                </a:solidFill>
                <a:latin typeface="Inter"/>
                <a:ea typeface="Inter"/>
                <a:cs typeface="Inter"/>
              </a:rPr>
              <a:t>khác phạm vi thao tác</a:t>
            </a:r>
          </a:p>
        </p:txBody>
      </p:sp>
      <p:sp>
        <p:nvSpPr>
          <p:cNvPr id="5" name="Shape 2">
            <a:extLst xmlns:a="http://schemas.openxmlformats.org/drawingml/2006/main">
              <a:ext uri="{FF2B5EF4-FFF2-40B4-BE49-F238E27FC236}">
                <a16:creationId xmlns:a16="http://schemas.microsoft.com/office/drawing/2014/main" id="{B020208E-61A2-4CDB-8700-7190642D43D0}"/>
              </a:ext>
            </a:extLst>
          </p:cNvPr>
          <p:cNvSpPr>
            <a:spLocks xmlns:a="http://schemas.openxmlformats.org/drawingml/2006/main" noGrp="1"/>
          </p:cNvSpPr>
          <p:nvPr/>
        </p:nvSpPr>
        <p:spPr>
          <a:xfrm xmlns:a="http://schemas.openxmlformats.org/drawingml/2006/main">
            <a:off x="-857250" y="2762250"/>
            <a:ext cx="2476500" cy="2476500"/>
          </a:xfrm>
          <a:prstGeom xmlns:a="http://schemas.openxmlformats.org/drawingml/2006/main" prst="ellipse">
            <a:avLst/>
          </a:prstGeom>
          <a:solidFill xmlns:a="http://schemas.openxmlformats.org/drawingml/2006/main">
            <a:srgbClr val="F7D75C"/>
          </a:solidFill>
        </p:spPr>
      </p:sp>
      <p:sp>
        <p:nvSpPr>
          <p:cNvPr id="6" name="Shape 3">
            <a:extLst xmlns:a="http://schemas.openxmlformats.org/drawingml/2006/main">
              <a:ext uri="{FF2B5EF4-FFF2-40B4-BE49-F238E27FC236}">
                <a16:creationId xmlns:a16="http://schemas.microsoft.com/office/drawing/2014/main" id="{0519141B-3383-4C32-9D97-50F00D7F4AB9}"/>
              </a:ext>
            </a:extLst>
          </p:cNvPr>
          <p:cNvSpPr>
            <a:spLocks xmlns:a="http://schemas.openxmlformats.org/drawingml/2006/main" noGrp="1"/>
          </p:cNvSpPr>
          <p:nvPr/>
        </p:nvSpPr>
        <p:spPr>
          <a:xfrm xmlns:a="http://schemas.openxmlformats.org/drawingml/2006/main">
            <a:off x="7048500" y="-857250"/>
            <a:ext cx="2952750" cy="2952750"/>
          </a:xfrm>
          <a:prstGeom xmlns:a="http://schemas.openxmlformats.org/drawingml/2006/main" prst="ellipse">
            <a:avLst/>
          </a:prstGeom>
          <a:solidFill xmlns:a="http://schemas.openxmlformats.org/drawingml/2006/main">
            <a:srgbClr val="00A67E"/>
          </a:solidFill>
        </p:spPr>
      </p:sp>
      <p:sp>
        <p:nvSpPr>
          <p:cNvPr id="7" name="Text 4">
            <a:extLst xmlns:a="http://schemas.openxmlformats.org/drawingml/2006/main">
              <a:ext uri="{FF2B5EF4-FFF2-40B4-BE49-F238E27FC236}">
                <a16:creationId xmlns:a16="http://schemas.microsoft.com/office/drawing/2014/main" id="{2014F9B8-6033-497F-8C2E-095F395EFEC3}"/>
              </a:ext>
            </a:extLst>
          </p:cNvPr>
          <p:cNvSpPr>
            <a:spLocks xmlns:a="http://schemas.openxmlformats.org/drawingml/2006/main" noGrp="1"/>
          </p:cNvSpPr>
          <p:nvPr/>
        </p:nvSpPr>
        <p:spPr>
          <a:xfrm xmlns:a="http://schemas.openxmlformats.org/drawingml/2006/main">
            <a:off x="523875" y="1928813"/>
            <a:ext cx="571500" cy="3905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82"/>
              </a:lnSpc>
              <a:buNone/>
            </a:pPr>
            <a:r>
              <a:rPr sz="2494" b="1">
                <a:solidFill>
                  <a:srgbClr val="0B2235">
                    <a:alpha val="99000"/>
                  </a:srgbClr>
                </a:solidFill>
                <a:latin typeface="Space Grotesk"/>
                <a:ea typeface="Space Grotesk"/>
                <a:cs typeface="Space Grotesk"/>
              </a:rPr>
              <a:t>01</a:t>
            </a:r>
            <a:endParaRPr sz="2494"/>
          </a:p>
        </p:txBody>
      </p:sp>
      <p:sp>
        <p:nvSpPr>
          <p:cNvPr id="8" name="Text 5">
            <a:extLst xmlns:a="http://schemas.openxmlformats.org/drawingml/2006/main">
              <a:ext uri="{FF2B5EF4-FFF2-40B4-BE49-F238E27FC236}">
                <a16:creationId xmlns:a16="http://schemas.microsoft.com/office/drawing/2014/main" id="{E283C8BC-10DA-4496-A5EA-75B2FD1F13EA}"/>
              </a:ext>
            </a:extLst>
          </p:cNvPr>
          <p:cNvSpPr>
            <a:spLocks xmlns:a="http://schemas.openxmlformats.org/drawingml/2006/main" noGrp="1"/>
          </p:cNvSpPr>
          <p:nvPr/>
        </p:nvSpPr>
        <p:spPr>
          <a:xfrm xmlns:a="http://schemas.openxmlformats.org/drawingml/2006/main">
            <a:off x="1119188" y="1995487"/>
            <a:ext cx="1905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0B2235">
                    <a:alpha val="99000"/>
                  </a:srgbClr>
                </a:solidFill>
                <a:latin typeface="Inter"/>
                <a:ea typeface="Inter"/>
                <a:cs typeface="Inter"/>
              </a:rPr>
              <a:t>NHÂN VIÊN</a:t>
            </a:r>
            <a:endParaRPr sz="1033"/>
          </a:p>
        </p:txBody>
      </p:sp>
      <p:sp>
        <p:nvSpPr>
          <p:cNvPr id="9" name="Text 6">
            <a:extLst xmlns:a="http://schemas.openxmlformats.org/drawingml/2006/main">
              <a:ext uri="{FF2B5EF4-FFF2-40B4-BE49-F238E27FC236}">
                <a16:creationId xmlns:a16="http://schemas.microsoft.com/office/drawing/2014/main" id="{06D93C94-2BBC-47F3-AD9B-A018FBC4C625}"/>
              </a:ext>
            </a:extLst>
          </p:cNvPr>
          <p:cNvSpPr>
            <a:spLocks xmlns:a="http://schemas.openxmlformats.org/drawingml/2006/main" noGrp="1"/>
          </p:cNvSpPr>
          <p:nvPr/>
        </p:nvSpPr>
        <p:spPr>
          <a:xfrm xmlns:a="http://schemas.openxmlformats.org/drawingml/2006/main">
            <a:off x="1119188" y="2243138"/>
            <a:ext cx="1857375" cy="428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21"/>
              </a:lnSpc>
              <a:buNone/>
            </a:pPr>
            <a:r>
              <a:rPr sz="926">
                <a:solidFill>
                  <a:srgbClr val="5A615F">
                    <a:alpha val="99000"/>
                  </a:srgbClr>
                </a:solidFill>
                <a:latin typeface="Inter"/>
                <a:ea typeface="Inter"/>
                <a:cs typeface="Inter"/>
              </a:rPr>
              <a:t>Tạo, theo dõi và điều chỉnh</a:t>
            </a:r>
            <a:endParaRPr sz="926"/>
          </a:p>
          <a:p xmlns:a="http://schemas.openxmlformats.org/drawingml/2006/main">
            <a:pPr marL="0" indent="0" algn="l">
              <a:lnSpc>
                <a:spcPts val="1121"/>
              </a:lnSpc>
              <a:buNone/>
            </a:pPr>
            <a:r>
              <a:rPr sz="926">
                <a:solidFill>
                  <a:srgbClr val="5A615F">
                    <a:alpha val="99000"/>
                  </a:srgbClr>
                </a:solidFill>
                <a:latin typeface="Inter"/>
                <a:ea typeface="Inter"/>
                <a:cs typeface="Inter"/>
              </a:rPr>
              <a:t>đơn của chính mình.</a:t>
            </a:r>
            <a:endParaRPr sz="926"/>
          </a:p>
        </p:txBody>
      </p:sp>
      <p:sp>
        <p:nvSpPr>
          <p:cNvPr id="10" name="Text 7">
            <a:extLst xmlns:a="http://schemas.openxmlformats.org/drawingml/2006/main">
              <a:ext uri="{FF2B5EF4-FFF2-40B4-BE49-F238E27FC236}">
                <a16:creationId xmlns:a16="http://schemas.microsoft.com/office/drawing/2014/main" id="{A2F55B57-B236-45BF-B8C3-EEE5DDCD2952}"/>
              </a:ext>
            </a:extLst>
          </p:cNvPr>
          <p:cNvSpPr>
            <a:spLocks xmlns:a="http://schemas.openxmlformats.org/drawingml/2006/main" noGrp="1"/>
          </p:cNvSpPr>
          <p:nvPr/>
        </p:nvSpPr>
        <p:spPr>
          <a:xfrm xmlns:a="http://schemas.openxmlformats.org/drawingml/2006/main">
            <a:off x="3048000" y="2476500"/>
            <a:ext cx="571500" cy="3905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82"/>
              </a:lnSpc>
              <a:buNone/>
            </a:pPr>
            <a:r>
              <a:rPr sz="2494" b="1">
                <a:solidFill>
                  <a:srgbClr val="00A67E">
                    <a:alpha val="99000"/>
                  </a:srgbClr>
                </a:solidFill>
                <a:latin typeface="Space Grotesk"/>
                <a:ea typeface="Space Grotesk"/>
                <a:cs typeface="Space Grotesk"/>
              </a:rPr>
              <a:t>02</a:t>
            </a:r>
            <a:endParaRPr sz="2494"/>
          </a:p>
        </p:txBody>
      </p:sp>
      <p:sp>
        <p:nvSpPr>
          <p:cNvPr id="11" name="Text 8">
            <a:extLst xmlns:a="http://schemas.openxmlformats.org/drawingml/2006/main">
              <a:ext uri="{FF2B5EF4-FFF2-40B4-BE49-F238E27FC236}">
                <a16:creationId xmlns:a16="http://schemas.microsoft.com/office/drawing/2014/main" id="{C506D9ED-B98C-45EE-8F84-BA8660973270}"/>
              </a:ext>
            </a:extLst>
          </p:cNvPr>
          <p:cNvSpPr>
            <a:spLocks xmlns:a="http://schemas.openxmlformats.org/drawingml/2006/main" noGrp="1"/>
          </p:cNvSpPr>
          <p:nvPr/>
        </p:nvSpPr>
        <p:spPr>
          <a:xfrm xmlns:a="http://schemas.openxmlformats.org/drawingml/2006/main">
            <a:off x="3643313" y="2543175"/>
            <a:ext cx="1905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0B2235">
                    <a:alpha val="99000"/>
                  </a:srgbClr>
                </a:solidFill>
                <a:latin typeface="Inter"/>
                <a:ea typeface="Inter"/>
                <a:cs typeface="Inter"/>
              </a:rPr>
              <a:t>QUẢN LÝ</a:t>
            </a:r>
            <a:endParaRPr sz="1033"/>
          </a:p>
        </p:txBody>
      </p:sp>
      <p:sp>
        <p:nvSpPr>
          <p:cNvPr id="12" name="Text 9">
            <a:extLst xmlns:a="http://schemas.openxmlformats.org/drawingml/2006/main">
              <a:ext uri="{FF2B5EF4-FFF2-40B4-BE49-F238E27FC236}">
                <a16:creationId xmlns:a16="http://schemas.microsoft.com/office/drawing/2014/main" id="{2BDC4F0C-391B-4F27-BBE9-001A628E28C5}"/>
              </a:ext>
            </a:extLst>
          </p:cNvPr>
          <p:cNvSpPr>
            <a:spLocks xmlns:a="http://schemas.openxmlformats.org/drawingml/2006/main" noGrp="1"/>
          </p:cNvSpPr>
          <p:nvPr/>
        </p:nvSpPr>
        <p:spPr>
          <a:xfrm xmlns:a="http://schemas.openxmlformats.org/drawingml/2006/main">
            <a:off x="3643313" y="2790825"/>
            <a:ext cx="1809750" cy="428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21"/>
              </a:lnSpc>
              <a:buNone/>
            </a:pPr>
            <a:r>
              <a:rPr sz="926">
                <a:solidFill>
                  <a:srgbClr val="5A615F">
                    <a:alpha val="99000"/>
                  </a:srgbClr>
                </a:solidFill>
                <a:latin typeface="Inter"/>
                <a:ea typeface="Inter"/>
                <a:cs typeface="Inter"/>
              </a:rPr>
              <a:t>Duyệt ngoại lệ, vận hành</a:t>
            </a:r>
            <a:endParaRPr sz="926"/>
          </a:p>
          <a:p xmlns:a="http://schemas.openxmlformats.org/drawingml/2006/main">
            <a:pPr marL="0" indent="0" algn="l">
              <a:lnSpc>
                <a:spcPts val="1121"/>
              </a:lnSpc>
              <a:buNone/>
            </a:pPr>
            <a:r>
              <a:rPr sz="926">
                <a:solidFill>
                  <a:srgbClr val="5A615F">
                    <a:alpha val="99000"/>
                  </a:srgbClr>
                </a:solidFill>
                <a:latin typeface="Inter"/>
                <a:ea typeface="Inter"/>
                <a:cs typeface="Inter"/>
              </a:rPr>
              <a:t>và chốt từng kỳ.</a:t>
            </a:r>
            <a:endParaRPr sz="926"/>
          </a:p>
        </p:txBody>
      </p:sp>
      <p:sp>
        <p:nvSpPr>
          <p:cNvPr id="13" name="Text 10">
            <a:extLst xmlns:a="http://schemas.openxmlformats.org/drawingml/2006/main">
              <a:ext uri="{FF2B5EF4-FFF2-40B4-BE49-F238E27FC236}">
                <a16:creationId xmlns:a16="http://schemas.microsoft.com/office/drawing/2014/main" id="{42093FC1-752D-4D42-9BCF-EE0F39D19100}"/>
              </a:ext>
            </a:extLst>
          </p:cNvPr>
          <p:cNvSpPr>
            <a:spLocks xmlns:a="http://schemas.openxmlformats.org/drawingml/2006/main" noGrp="1"/>
          </p:cNvSpPr>
          <p:nvPr/>
        </p:nvSpPr>
        <p:spPr>
          <a:xfrm xmlns:a="http://schemas.openxmlformats.org/drawingml/2006/main">
            <a:off x="5572125" y="3024188"/>
            <a:ext cx="571500" cy="3905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82"/>
              </a:lnSpc>
              <a:buNone/>
            </a:pPr>
            <a:r>
              <a:rPr sz="2494" b="1">
                <a:solidFill>
                  <a:srgbClr val="FF4D3D">
                    <a:alpha val="99000"/>
                  </a:srgbClr>
                </a:solidFill>
                <a:latin typeface="Space Grotesk"/>
                <a:ea typeface="Space Grotesk"/>
                <a:cs typeface="Space Grotesk"/>
              </a:rPr>
              <a:t>03</a:t>
            </a:r>
            <a:endParaRPr sz="2494"/>
          </a:p>
        </p:txBody>
      </p:sp>
      <p:sp>
        <p:nvSpPr>
          <p:cNvPr id="14" name="Text 11">
            <a:extLst xmlns:a="http://schemas.openxmlformats.org/drawingml/2006/main">
              <a:ext uri="{FF2B5EF4-FFF2-40B4-BE49-F238E27FC236}">
                <a16:creationId xmlns:a16="http://schemas.microsoft.com/office/drawing/2014/main" id="{B8773704-9761-4047-BF72-BA2CDF39A966}"/>
              </a:ext>
            </a:extLst>
          </p:cNvPr>
          <p:cNvSpPr>
            <a:spLocks xmlns:a="http://schemas.openxmlformats.org/drawingml/2006/main" noGrp="1"/>
          </p:cNvSpPr>
          <p:nvPr/>
        </p:nvSpPr>
        <p:spPr>
          <a:xfrm xmlns:a="http://schemas.openxmlformats.org/drawingml/2006/main">
            <a:off x="6167438" y="3090863"/>
            <a:ext cx="1905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0B2235">
                    <a:alpha val="99000"/>
                  </a:srgbClr>
                </a:solidFill>
                <a:latin typeface="Inter"/>
                <a:ea typeface="Inter"/>
                <a:cs typeface="Inter"/>
              </a:rPr>
              <a:t>QUẢN TRỊ HỆ THỐNG</a:t>
            </a:r>
            <a:endParaRPr sz="1033"/>
          </a:p>
        </p:txBody>
      </p:sp>
      <p:sp>
        <p:nvSpPr>
          <p:cNvPr id="15" name="Text 12">
            <a:extLst xmlns:a="http://schemas.openxmlformats.org/drawingml/2006/main">
              <a:ext uri="{FF2B5EF4-FFF2-40B4-BE49-F238E27FC236}">
                <a16:creationId xmlns:a16="http://schemas.microsoft.com/office/drawing/2014/main" id="{93E3069A-6FC6-4C67-B845-4F14AF07CECE}"/>
              </a:ext>
            </a:extLst>
          </p:cNvPr>
          <p:cNvSpPr>
            <a:spLocks xmlns:a="http://schemas.openxmlformats.org/drawingml/2006/main" noGrp="1"/>
          </p:cNvSpPr>
          <p:nvPr/>
        </p:nvSpPr>
        <p:spPr>
          <a:xfrm xmlns:a="http://schemas.openxmlformats.org/drawingml/2006/main">
            <a:off x="6167438" y="3338513"/>
            <a:ext cx="2047875" cy="428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21"/>
              </a:lnSpc>
              <a:buNone/>
            </a:pPr>
            <a:r>
              <a:rPr sz="926">
                <a:solidFill>
                  <a:srgbClr val="5A615F">
                    <a:alpha val="99000"/>
                  </a:srgbClr>
                </a:solidFill>
                <a:latin typeface="Inter"/>
                <a:ea typeface="Inter"/>
                <a:cs typeface="Inter"/>
              </a:rPr>
              <a:t>Tài khoản, quyền và</a:t>
            </a:r>
            <a:endParaRPr sz="926"/>
          </a:p>
          <a:p xmlns:a="http://schemas.openxmlformats.org/drawingml/2006/main">
            <a:pPr marL="0" indent="0" algn="l">
              <a:lnSpc>
                <a:spcPts val="1121"/>
              </a:lnSpc>
              <a:buNone/>
            </a:pPr>
            <a:r>
              <a:rPr sz="926">
                <a:solidFill>
                  <a:srgbClr val="5A615F">
                    <a:alpha val="99000"/>
                  </a:srgbClr>
                </a:solidFill>
                <a:latin typeface="Inter"/>
                <a:ea typeface="Inter"/>
                <a:cs typeface="Inter"/>
              </a:rPr>
              <a:t>cấu hình mặc định.</a:t>
            </a:r>
            <a:endParaRPr sz="926"/>
          </a:p>
        </p:txBody>
      </p:sp>
      <p:sp>
        <p:nvSpPr>
          <p:cNvPr id="16" name="Shape 13">
            <a:extLst xmlns:a="http://schemas.openxmlformats.org/drawingml/2006/main">
              <a:ext uri="{FF2B5EF4-FFF2-40B4-BE49-F238E27FC236}">
                <a16:creationId xmlns:a16="http://schemas.microsoft.com/office/drawing/2014/main" id="{72D9D0EC-D35B-49ED-9593-E9BD533FA958}"/>
              </a:ext>
            </a:extLst>
          </p:cNvPr>
          <p:cNvSpPr>
            <a:spLocks xmlns:a="http://schemas.openxmlformats.org/drawingml/2006/main" noGrp="1"/>
          </p:cNvSpPr>
          <p:nvPr/>
        </p:nvSpPr>
        <p:spPr>
          <a:xfrm xmlns:a="http://schemas.openxmlformats.org/drawingml/2006/main">
            <a:off x="523875" y="4524375"/>
            <a:ext cx="8048625" cy="19050"/>
          </a:xfrm>
          <a:prstGeom xmlns:a="http://schemas.openxmlformats.org/drawingml/2006/main" prst="rect">
            <a:avLst/>
          </a:prstGeom>
          <a:solidFill xmlns:a="http://schemas.openxmlformats.org/drawingml/2006/main">
            <a:srgbClr val="FF4D3D"/>
          </a:solidFill>
        </p:spPr>
      </p:sp>
      <p:sp>
        <p:nvSpPr>
          <p:cNvPr id="17" name="Text 14">
            <a:extLst xmlns:a="http://schemas.openxmlformats.org/drawingml/2006/main">
              <a:ext uri="{FF2B5EF4-FFF2-40B4-BE49-F238E27FC236}">
                <a16:creationId xmlns:a16="http://schemas.microsoft.com/office/drawing/2014/main" id="{7C909199-111E-4A1B-BDEA-B2495A01E1A0}"/>
              </a:ext>
            </a:extLst>
          </p:cNvPr>
          <p:cNvSpPr>
            <a:spLocks xmlns:a="http://schemas.openxmlformats.org/drawingml/2006/main" noGrp="1"/>
          </p:cNvSpPr>
          <p:nvPr/>
        </p:nvSpPr>
        <p:spPr>
          <a:xfrm xmlns:a="http://schemas.openxmlformats.org/drawingml/2006/main">
            <a:off x="523875" y="4638675"/>
            <a:ext cx="6905625"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b="1">
                <a:solidFill>
                  <a:srgbClr val="0B2235">
                    <a:alpha val="99000"/>
                  </a:srgbClr>
                </a:solidFill>
                <a:latin typeface="Inter"/>
                <a:ea typeface="Inter"/>
                <a:cs typeface="Inter"/>
              </a:rPr>
              <a:t>Giao diện chỉ hiển thị đúng phạm vi; hệ thống và cơ sở dữ liệu kiểm tra lại quyền.</a:t>
            </a:r>
            <a:endParaRPr sz="855"/>
          </a:p>
        </p:txBody>
      </p:sp>
      <p:sp>
        <p:nvSpPr>
          <p:cNvPr id="18" name="Text 15">
            <a:extLst xmlns:a="http://schemas.openxmlformats.org/drawingml/2006/main">
              <a:ext uri="{FF2B5EF4-FFF2-40B4-BE49-F238E27FC236}">
                <a16:creationId xmlns:a16="http://schemas.microsoft.com/office/drawing/2014/main" id="{D00B23E9-4EEE-46DD-96EA-5254723F1240}"/>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0B2235">
                    <a:alpha val="99000"/>
                  </a:srgbClr>
                </a:solidFill>
                <a:latin typeface="Inter"/>
                <a:ea typeface="Inter"/>
                <a:cs typeface="Inter"/>
              </a:rPr>
              <a:t>04</a:t>
            </a:r>
            <a:endParaRPr sz="748"/>
          </a:p>
        </p:txBody>
      </p:sp>
      <p:sp>
        <p:nvSpPr>
          <p:cNvPr id="19" name="Shape 16">
            <a:extLst xmlns:a="http://schemas.openxmlformats.org/drawingml/2006/main">
              <a:ext uri="{FF2B5EF4-FFF2-40B4-BE49-F238E27FC236}">
                <a16:creationId xmlns:a16="http://schemas.microsoft.com/office/drawing/2014/main" id="{39FC619C-025F-4C05-981B-E5D103557261}"/>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B2235"/>
          </a:solidFill>
        </p:spPr>
      </p:sp>
    </p:spTree>
    <p:extLst>
      <p:ext uri="{BB962C8B-B14F-4D97-AF65-F5344CB8AC3E}">
        <p14:creationId xmlns:p14="http://schemas.microsoft.com/office/powerpoint/2010/main" val="2053214451"/>
      </p:ext>
    </p:extLst>
  </p:cSld>
</p:sld>
</file>

<file path=ppt/slides/slide5.xml><?xml version="1.0" encoding="utf-8"?>
<p:sld xmlns:p="http://schemas.openxmlformats.org/presentationml/2006/main">
  <p:cSld>
    <p:bg>
      <p:bgPr>
        <a:solidFill xmlns:a="http://schemas.openxmlformats.org/drawingml/2006/main">
          <a:srgbClr val="0B2235"/>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0D5561D-E227-4DE0-9812-E98FAEBB0FD1}"/>
              </a:ext>
            </a:extLst>
          </p:cNvPr>
          <p:cNvSpPr>
            <a:spLocks xmlns:a="http://schemas.openxmlformats.org/drawingml/2006/main" noGrp="1"/>
          </p:cNvSpPr>
          <p:nvPr/>
        </p:nvSpPr>
        <p:spPr>
          <a:xfrm xmlns:a="http://schemas.openxmlformats.org/drawingml/2006/main">
            <a:off x="523875" y="314325"/>
            <a:ext cx="381000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00A67E">
                    <a:alpha val="99000"/>
                  </a:srgbClr>
                </a:solidFill>
                <a:latin typeface="Inter"/>
                <a:ea typeface="Inter"/>
                <a:cs typeface="Inter"/>
              </a:rPr>
              <a:t>04  ·  ĐÓNG GÓP THIẾT KẾ</a:t>
            </a:r>
            <a:endParaRPr sz="819"/>
          </a:p>
        </p:txBody>
      </p:sp>
      <p:sp>
        <p:nvSpPr>
          <p:cNvPr id="4" name="Text 1">
            <a:extLst xmlns:a="http://schemas.openxmlformats.org/drawingml/2006/main">
              <a:ext uri="{FF2B5EF4-FFF2-40B4-BE49-F238E27FC236}">
                <a16:creationId xmlns:a16="http://schemas.microsoft.com/office/drawing/2014/main" id="{19AA38CC-1CEA-448F-8542-146C0A0ABFFB}"/>
              </a:ext>
            </a:extLst>
          </p:cNvPr>
          <p:cNvSpPr>
            <a:spLocks xmlns:a="http://schemas.openxmlformats.org/drawingml/2006/main" noGrp="1"/>
          </p:cNvSpPr>
          <p:nvPr/>
        </p:nvSpPr>
        <p:spPr>
          <a:xfrm xmlns:a="http://schemas.openxmlformats.org/drawingml/2006/main">
            <a:off x="523875" y="547688"/>
            <a:ext cx="7143750"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565" b="1">
                <a:solidFill>
                  <a:srgbClr val="FFFFFF">
                    <a:alpha val="99000"/>
                  </a:srgbClr>
                </a:solidFill>
                <a:latin typeface="Inter"/>
                <a:ea typeface="Inter"/>
                <a:cs typeface="Inter"/>
              </a:rPr>
              <a:t>Ba quyết định biến biểu mẫu</a:t>
            </a:r>
          </a:p>
          <a:p xmlns:a="http://schemas.openxmlformats.org/drawingml/2006/main">
            <a:pPr marL="0" algn="l"/>
            <a:r>
              <a:rPr sz="2565" b="1">
                <a:solidFill>
                  <a:srgbClr val="FFFFFF">
                    <a:alpha val="99000"/>
                  </a:srgbClr>
                </a:solidFill>
                <a:latin typeface="Inter"/>
                <a:ea typeface="Inter"/>
                <a:cs typeface="Inter"/>
              </a:rPr>
              <a:t>thành quy trình có kiểm soát</a:t>
            </a:r>
          </a:p>
        </p:txBody>
      </p:sp>
      <p:sp>
        <p:nvSpPr>
          <p:cNvPr id="5" name="Shape 2">
            <a:extLst xmlns:a="http://schemas.openxmlformats.org/drawingml/2006/main">
              <a:ext uri="{FF2B5EF4-FFF2-40B4-BE49-F238E27FC236}">
                <a16:creationId xmlns:a16="http://schemas.microsoft.com/office/drawing/2014/main" id="{71BE5D8D-E1C2-4045-8DC7-0F3742DD8D52}"/>
              </a:ext>
            </a:extLst>
          </p:cNvPr>
          <p:cNvSpPr>
            <a:spLocks xmlns:a="http://schemas.openxmlformats.org/drawingml/2006/main" noGrp="1"/>
          </p:cNvSpPr>
          <p:nvPr/>
        </p:nvSpPr>
        <p:spPr>
          <a:xfrm xmlns:a="http://schemas.openxmlformats.org/drawingml/2006/main">
            <a:off x="7620000" y="-381000"/>
            <a:ext cx="1809750" cy="1809750"/>
          </a:xfrm>
          <a:prstGeom xmlns:a="http://schemas.openxmlformats.org/drawingml/2006/main" prst="ellipse">
            <a:avLst/>
          </a:prstGeom>
          <a:solidFill xmlns:a="http://schemas.openxmlformats.org/drawingml/2006/main">
            <a:srgbClr val="FF4D3D"/>
          </a:solidFill>
        </p:spPr>
      </p:sp>
      <p:sp>
        <p:nvSpPr>
          <p:cNvPr id="6" name="Text 3">
            <a:extLst xmlns:a="http://schemas.openxmlformats.org/drawingml/2006/main">
              <a:ext uri="{FF2B5EF4-FFF2-40B4-BE49-F238E27FC236}">
                <a16:creationId xmlns:a16="http://schemas.microsoft.com/office/drawing/2014/main" id="{4AAAF973-4D0A-4F51-B7AB-A8C2E39B1299}"/>
              </a:ext>
            </a:extLst>
          </p:cNvPr>
          <p:cNvSpPr>
            <a:spLocks xmlns:a="http://schemas.openxmlformats.org/drawingml/2006/main" noGrp="1"/>
          </p:cNvSpPr>
          <p:nvPr/>
        </p:nvSpPr>
        <p:spPr>
          <a:xfrm xmlns:a="http://schemas.openxmlformats.org/drawingml/2006/main">
            <a:off x="523875" y="1738313"/>
            <a:ext cx="5715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82"/>
              </a:lnSpc>
              <a:buNone/>
            </a:pPr>
            <a:r>
              <a:rPr sz="2494" b="1">
                <a:solidFill>
                  <a:srgbClr val="00A67E">
                    <a:alpha val="99000"/>
                  </a:srgbClr>
                </a:solidFill>
                <a:latin typeface="Space Grotesk"/>
                <a:ea typeface="Space Grotesk"/>
                <a:cs typeface="Space Grotesk"/>
              </a:rPr>
              <a:t>01</a:t>
            </a:r>
            <a:endParaRPr sz="2494"/>
          </a:p>
        </p:txBody>
      </p:sp>
      <p:sp>
        <p:nvSpPr>
          <p:cNvPr id="7" name="Text 4">
            <a:extLst xmlns:a="http://schemas.openxmlformats.org/drawingml/2006/main">
              <a:ext uri="{FF2B5EF4-FFF2-40B4-BE49-F238E27FC236}">
                <a16:creationId xmlns:a16="http://schemas.microsoft.com/office/drawing/2014/main" id="{12CC7039-5A08-41F0-9DFC-1EF78682F97A}"/>
              </a:ext>
            </a:extLst>
          </p:cNvPr>
          <p:cNvSpPr>
            <a:spLocks xmlns:a="http://schemas.openxmlformats.org/drawingml/2006/main" noGrp="1"/>
          </p:cNvSpPr>
          <p:nvPr/>
        </p:nvSpPr>
        <p:spPr>
          <a:xfrm xmlns:a="http://schemas.openxmlformats.org/drawingml/2006/main">
            <a:off x="1285875" y="1762125"/>
            <a:ext cx="2571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37"/>
              </a:lnSpc>
              <a:buNone/>
            </a:pPr>
            <a:r>
              <a:rPr sz="1104" b="1">
                <a:solidFill>
                  <a:srgbClr val="FFFFFF">
                    <a:alpha val="99000"/>
                  </a:srgbClr>
                </a:solidFill>
                <a:latin typeface="Inter"/>
                <a:ea typeface="Inter"/>
                <a:cs typeface="Inter"/>
              </a:rPr>
              <a:t>KỲ ĐỘC LẬP</a:t>
            </a:r>
            <a:endParaRPr sz="1104"/>
          </a:p>
        </p:txBody>
      </p:sp>
      <p:sp>
        <p:nvSpPr>
          <p:cNvPr id="8" name="Text 5">
            <a:extLst xmlns:a="http://schemas.openxmlformats.org/drawingml/2006/main">
              <a:ext uri="{FF2B5EF4-FFF2-40B4-BE49-F238E27FC236}">
                <a16:creationId xmlns:a16="http://schemas.microsoft.com/office/drawing/2014/main" id="{E96E9573-2B6E-41CC-9C12-1785D0391F16}"/>
              </a:ext>
            </a:extLst>
          </p:cNvPr>
          <p:cNvSpPr>
            <a:spLocks xmlns:a="http://schemas.openxmlformats.org/drawingml/2006/main" noGrp="1"/>
          </p:cNvSpPr>
          <p:nvPr/>
        </p:nvSpPr>
        <p:spPr>
          <a:xfrm xmlns:a="http://schemas.openxmlformats.org/drawingml/2006/main">
            <a:off x="4191000" y="1747838"/>
            <a:ext cx="3619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a:solidFill>
                  <a:srgbClr val="FFFFFF">
                    <a:alpha val="99000"/>
                  </a:srgbClr>
                </a:solidFill>
                <a:latin typeface="Inter"/>
                <a:ea typeface="Inter"/>
                <a:cs typeface="Inter"/>
              </a:rPr>
              <a:t>Mở trước nhiều tháng,</a:t>
            </a:r>
            <a:endParaRPr sz="1033"/>
          </a:p>
          <a:p xmlns:a="http://schemas.openxmlformats.org/drawingml/2006/main">
            <a:pPr marL="0" indent="0" algn="l">
              <a:lnSpc>
                <a:spcPts val="1250"/>
              </a:lnSpc>
              <a:buNone/>
            </a:pPr>
            <a:r>
              <a:rPr sz="1033">
                <a:solidFill>
                  <a:srgbClr val="FFFFFF">
                    <a:alpha val="99000"/>
                  </a:srgbClr>
                </a:solidFill>
                <a:latin typeface="Inter"/>
                <a:ea typeface="Inter"/>
                <a:cs typeface="Inter"/>
              </a:rPr>
              <a:t>nhưng mỗi kỳ giữ lịch riêng.</a:t>
            </a:r>
            <a:endParaRPr sz="1033"/>
          </a:p>
        </p:txBody>
      </p:sp>
      <p:sp>
        <p:nvSpPr>
          <p:cNvPr id="9" name="Shape 6">
            <a:extLst xmlns:a="http://schemas.openxmlformats.org/drawingml/2006/main">
              <a:ext uri="{FF2B5EF4-FFF2-40B4-BE49-F238E27FC236}">
                <a16:creationId xmlns:a16="http://schemas.microsoft.com/office/drawing/2014/main" id="{E49B9A62-E793-408A-ABBE-545DE0D6A11B}"/>
              </a:ext>
            </a:extLst>
          </p:cNvPr>
          <p:cNvSpPr>
            <a:spLocks xmlns:a="http://schemas.openxmlformats.org/drawingml/2006/main" noGrp="1"/>
          </p:cNvSpPr>
          <p:nvPr/>
        </p:nvSpPr>
        <p:spPr>
          <a:xfrm xmlns:a="http://schemas.openxmlformats.org/drawingml/2006/main">
            <a:off x="1285875" y="2224088"/>
            <a:ext cx="6524625" cy="9525"/>
          </a:xfrm>
          <a:prstGeom xmlns:a="http://schemas.openxmlformats.org/drawingml/2006/main" prst="rect">
            <a:avLst/>
          </a:prstGeom>
          <a:solidFill xmlns:a="http://schemas.openxmlformats.org/drawingml/2006/main">
            <a:srgbClr val="405766"/>
          </a:solidFill>
        </p:spPr>
      </p:sp>
      <p:sp>
        <p:nvSpPr>
          <p:cNvPr id="10" name="Text 7">
            <a:extLst xmlns:a="http://schemas.openxmlformats.org/drawingml/2006/main">
              <a:ext uri="{FF2B5EF4-FFF2-40B4-BE49-F238E27FC236}">
                <a16:creationId xmlns:a16="http://schemas.microsoft.com/office/drawing/2014/main" id="{FBD320B8-751D-4357-AD6F-B69526396D1B}"/>
              </a:ext>
            </a:extLst>
          </p:cNvPr>
          <p:cNvSpPr>
            <a:spLocks xmlns:a="http://schemas.openxmlformats.org/drawingml/2006/main" noGrp="1"/>
          </p:cNvSpPr>
          <p:nvPr/>
        </p:nvSpPr>
        <p:spPr>
          <a:xfrm xmlns:a="http://schemas.openxmlformats.org/drawingml/2006/main">
            <a:off x="523875" y="2643188"/>
            <a:ext cx="5715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82"/>
              </a:lnSpc>
              <a:buNone/>
            </a:pPr>
            <a:r>
              <a:rPr sz="2494" b="1">
                <a:solidFill>
                  <a:srgbClr val="00A67E">
                    <a:alpha val="99000"/>
                  </a:srgbClr>
                </a:solidFill>
                <a:latin typeface="Space Grotesk"/>
                <a:ea typeface="Space Grotesk"/>
                <a:cs typeface="Space Grotesk"/>
              </a:rPr>
              <a:t>02</a:t>
            </a:r>
            <a:endParaRPr sz="2494"/>
          </a:p>
        </p:txBody>
      </p:sp>
      <p:sp>
        <p:nvSpPr>
          <p:cNvPr id="11" name="Text 8">
            <a:extLst xmlns:a="http://schemas.openxmlformats.org/drawingml/2006/main">
              <a:ext uri="{FF2B5EF4-FFF2-40B4-BE49-F238E27FC236}">
                <a16:creationId xmlns:a16="http://schemas.microsoft.com/office/drawing/2014/main" id="{0B2EDBB9-388F-46F4-A22C-FB1A5A1B4BAC}"/>
              </a:ext>
            </a:extLst>
          </p:cNvPr>
          <p:cNvSpPr>
            <a:spLocks xmlns:a="http://schemas.openxmlformats.org/drawingml/2006/main" noGrp="1"/>
          </p:cNvSpPr>
          <p:nvPr/>
        </p:nvSpPr>
        <p:spPr>
          <a:xfrm xmlns:a="http://schemas.openxmlformats.org/drawingml/2006/main">
            <a:off x="1285875" y="2667000"/>
            <a:ext cx="2571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37"/>
              </a:lnSpc>
              <a:buNone/>
            </a:pPr>
            <a:r>
              <a:rPr sz="1104" b="1">
                <a:solidFill>
                  <a:srgbClr val="FFFFFF">
                    <a:alpha val="99000"/>
                  </a:srgbClr>
                </a:solidFill>
                <a:latin typeface="Inter"/>
                <a:ea typeface="Inter"/>
                <a:cs typeface="Inter"/>
              </a:rPr>
              <a:t>NGOẠI LỆ CÓ KIỂM SOÁT</a:t>
            </a:r>
            <a:endParaRPr sz="1104"/>
          </a:p>
        </p:txBody>
      </p:sp>
      <p:sp>
        <p:nvSpPr>
          <p:cNvPr id="12" name="Text 9">
            <a:extLst xmlns:a="http://schemas.openxmlformats.org/drawingml/2006/main">
              <a:ext uri="{FF2B5EF4-FFF2-40B4-BE49-F238E27FC236}">
                <a16:creationId xmlns:a16="http://schemas.microsoft.com/office/drawing/2014/main" id="{1A844B3F-0298-403E-8CEB-88B415C16DD1}"/>
              </a:ext>
            </a:extLst>
          </p:cNvPr>
          <p:cNvSpPr>
            <a:spLocks xmlns:a="http://schemas.openxmlformats.org/drawingml/2006/main" noGrp="1"/>
          </p:cNvSpPr>
          <p:nvPr/>
        </p:nvSpPr>
        <p:spPr>
          <a:xfrm xmlns:a="http://schemas.openxmlformats.org/drawingml/2006/main">
            <a:off x="4191000" y="2652713"/>
            <a:ext cx="3619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a:solidFill>
                  <a:srgbClr val="FFFFFF">
                    <a:alpha val="99000"/>
                  </a:srgbClr>
                </a:solidFill>
                <a:latin typeface="Inter"/>
                <a:ea typeface="Inter"/>
                <a:cs typeface="Inter"/>
              </a:rPr>
              <a:t>Đơn bổ sung hoặc sửa sau chốt</a:t>
            </a:r>
            <a:endParaRPr sz="1033"/>
          </a:p>
          <a:p xmlns:a="http://schemas.openxmlformats.org/drawingml/2006/main">
            <a:pPr marL="0" indent="0" algn="l">
              <a:lnSpc>
                <a:spcPts val="1250"/>
              </a:lnSpc>
              <a:buNone/>
            </a:pPr>
            <a:r>
              <a:rPr sz="1033">
                <a:solidFill>
                  <a:srgbClr val="FFFFFF">
                    <a:alpha val="99000"/>
                  </a:srgbClr>
                </a:solidFill>
                <a:latin typeface="Inter"/>
                <a:ea typeface="Inter"/>
                <a:cs typeface="Inter"/>
              </a:rPr>
              <a:t>đi qua luồng riêng, không ghi đè.</a:t>
            </a:r>
            <a:endParaRPr sz="1033"/>
          </a:p>
        </p:txBody>
      </p:sp>
      <p:sp>
        <p:nvSpPr>
          <p:cNvPr id="13" name="Shape 10">
            <a:extLst xmlns:a="http://schemas.openxmlformats.org/drawingml/2006/main">
              <a:ext uri="{FF2B5EF4-FFF2-40B4-BE49-F238E27FC236}">
                <a16:creationId xmlns:a16="http://schemas.microsoft.com/office/drawing/2014/main" id="{1C033D4F-485E-4F4F-AEBA-EB20AC6418A9}"/>
              </a:ext>
            </a:extLst>
          </p:cNvPr>
          <p:cNvSpPr>
            <a:spLocks xmlns:a="http://schemas.openxmlformats.org/drawingml/2006/main" noGrp="1"/>
          </p:cNvSpPr>
          <p:nvPr/>
        </p:nvSpPr>
        <p:spPr>
          <a:xfrm xmlns:a="http://schemas.openxmlformats.org/drawingml/2006/main">
            <a:off x="1285875" y="3128963"/>
            <a:ext cx="6524625" cy="9525"/>
          </a:xfrm>
          <a:prstGeom xmlns:a="http://schemas.openxmlformats.org/drawingml/2006/main" prst="rect">
            <a:avLst/>
          </a:prstGeom>
          <a:solidFill xmlns:a="http://schemas.openxmlformats.org/drawingml/2006/main">
            <a:srgbClr val="405766"/>
          </a:solidFill>
        </p:spPr>
      </p:sp>
      <p:sp>
        <p:nvSpPr>
          <p:cNvPr id="14" name="Text 11">
            <a:extLst xmlns:a="http://schemas.openxmlformats.org/drawingml/2006/main">
              <a:ext uri="{FF2B5EF4-FFF2-40B4-BE49-F238E27FC236}">
                <a16:creationId xmlns:a16="http://schemas.microsoft.com/office/drawing/2014/main" id="{C603B772-142C-4F3B-BF0A-A81F55D73F16}"/>
              </a:ext>
            </a:extLst>
          </p:cNvPr>
          <p:cNvSpPr>
            <a:spLocks xmlns:a="http://schemas.openxmlformats.org/drawingml/2006/main" noGrp="1"/>
          </p:cNvSpPr>
          <p:nvPr/>
        </p:nvSpPr>
        <p:spPr>
          <a:xfrm xmlns:a="http://schemas.openxmlformats.org/drawingml/2006/main">
            <a:off x="523875" y="3548063"/>
            <a:ext cx="5715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82"/>
              </a:lnSpc>
              <a:buNone/>
            </a:pPr>
            <a:r>
              <a:rPr sz="2494" b="1">
                <a:solidFill>
                  <a:srgbClr val="00A67E">
                    <a:alpha val="99000"/>
                  </a:srgbClr>
                </a:solidFill>
                <a:latin typeface="Space Grotesk"/>
                <a:ea typeface="Space Grotesk"/>
                <a:cs typeface="Space Grotesk"/>
              </a:rPr>
              <a:t>03</a:t>
            </a:r>
            <a:endParaRPr sz="2494"/>
          </a:p>
        </p:txBody>
      </p:sp>
      <p:sp>
        <p:nvSpPr>
          <p:cNvPr id="15" name="Text 12">
            <a:extLst xmlns:a="http://schemas.openxmlformats.org/drawingml/2006/main">
              <a:ext uri="{FF2B5EF4-FFF2-40B4-BE49-F238E27FC236}">
                <a16:creationId xmlns:a16="http://schemas.microsoft.com/office/drawing/2014/main" id="{3ED9850E-9B27-4438-AC55-923D52F9C2A0}"/>
              </a:ext>
            </a:extLst>
          </p:cNvPr>
          <p:cNvSpPr>
            <a:spLocks xmlns:a="http://schemas.openxmlformats.org/drawingml/2006/main" noGrp="1"/>
          </p:cNvSpPr>
          <p:nvPr/>
        </p:nvSpPr>
        <p:spPr>
          <a:xfrm xmlns:a="http://schemas.openxmlformats.org/drawingml/2006/main">
            <a:off x="1285875" y="3571875"/>
            <a:ext cx="2571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37"/>
              </a:lnSpc>
              <a:buNone/>
            </a:pPr>
            <a:r>
              <a:rPr sz="1104" b="1">
                <a:solidFill>
                  <a:srgbClr val="FFFFFF">
                    <a:alpha val="99000"/>
                  </a:srgbClr>
                </a:solidFill>
                <a:latin typeface="Inter"/>
                <a:ea typeface="Inter"/>
                <a:cs typeface="Inter"/>
              </a:rPr>
              <a:t>GIÁ TRỊ CÓ CĂN CỨ</a:t>
            </a:r>
            <a:endParaRPr sz="1104"/>
          </a:p>
        </p:txBody>
      </p:sp>
      <p:sp>
        <p:nvSpPr>
          <p:cNvPr id="16" name="Text 13">
            <a:extLst xmlns:a="http://schemas.openxmlformats.org/drawingml/2006/main">
              <a:ext uri="{FF2B5EF4-FFF2-40B4-BE49-F238E27FC236}">
                <a16:creationId xmlns:a16="http://schemas.microsoft.com/office/drawing/2014/main" id="{EB505A6D-628F-4293-BE2F-64276016F6AD}"/>
              </a:ext>
            </a:extLst>
          </p:cNvPr>
          <p:cNvSpPr>
            <a:spLocks xmlns:a="http://schemas.openxmlformats.org/drawingml/2006/main" noGrp="1"/>
          </p:cNvSpPr>
          <p:nvPr/>
        </p:nvSpPr>
        <p:spPr>
          <a:xfrm xmlns:a="http://schemas.openxmlformats.org/drawingml/2006/main">
            <a:off x="4191000" y="3557588"/>
            <a:ext cx="3619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a:solidFill>
                  <a:srgbClr val="FFFFFF">
                    <a:alpha val="99000"/>
                  </a:srgbClr>
                </a:solidFill>
                <a:latin typeface="Inter"/>
                <a:ea typeface="Inter"/>
                <a:cs typeface="Inter"/>
              </a:rPr>
              <a:t>Bảng giá và bản chốt được lưu</a:t>
            </a:r>
            <a:endParaRPr sz="1033"/>
          </a:p>
          <a:p xmlns:a="http://schemas.openxmlformats.org/drawingml/2006/main">
            <a:pPr marL="0" indent="0" algn="l">
              <a:lnSpc>
                <a:spcPts val="1250"/>
              </a:lnSpc>
              <a:buNone/>
            </a:pPr>
            <a:r>
              <a:rPr sz="1033">
                <a:solidFill>
                  <a:srgbClr val="FFFFFF">
                    <a:alpha val="99000"/>
                  </a:srgbClr>
                </a:solidFill>
                <a:latin typeface="Inter"/>
                <a:ea typeface="Inter"/>
                <a:cs typeface="Inter"/>
              </a:rPr>
              <a:t>theo thời điểm để truy vết.</a:t>
            </a:r>
            <a:endParaRPr sz="1033"/>
          </a:p>
        </p:txBody>
      </p:sp>
      <p:sp>
        <p:nvSpPr>
          <p:cNvPr id="17" name="Shape 14">
            <a:extLst xmlns:a="http://schemas.openxmlformats.org/drawingml/2006/main">
              <a:ext uri="{FF2B5EF4-FFF2-40B4-BE49-F238E27FC236}">
                <a16:creationId xmlns:a16="http://schemas.microsoft.com/office/drawing/2014/main" id="{44C3AE3D-183A-4C08-8ED9-57120359F68F}"/>
              </a:ext>
            </a:extLst>
          </p:cNvPr>
          <p:cNvSpPr>
            <a:spLocks xmlns:a="http://schemas.openxmlformats.org/drawingml/2006/main" noGrp="1"/>
          </p:cNvSpPr>
          <p:nvPr/>
        </p:nvSpPr>
        <p:spPr>
          <a:xfrm xmlns:a="http://schemas.openxmlformats.org/drawingml/2006/main">
            <a:off x="1285875" y="4033837"/>
            <a:ext cx="6524625" cy="9525"/>
          </a:xfrm>
          <a:prstGeom xmlns:a="http://schemas.openxmlformats.org/drawingml/2006/main" prst="rect">
            <a:avLst/>
          </a:prstGeom>
          <a:solidFill xmlns:a="http://schemas.openxmlformats.org/drawingml/2006/main">
            <a:srgbClr val="405766"/>
          </a:solidFill>
        </p:spPr>
      </p:sp>
      <p:sp>
        <p:nvSpPr>
          <p:cNvPr id="18" name="Shape 15">
            <a:extLst xmlns:a="http://schemas.openxmlformats.org/drawingml/2006/main">
              <a:ext uri="{FF2B5EF4-FFF2-40B4-BE49-F238E27FC236}">
                <a16:creationId xmlns:a16="http://schemas.microsoft.com/office/drawing/2014/main" id="{C4AB81FB-6020-4853-B2EA-AEA6917D7343}"/>
              </a:ext>
            </a:extLst>
          </p:cNvPr>
          <p:cNvSpPr>
            <a:spLocks xmlns:a="http://schemas.openxmlformats.org/drawingml/2006/main" noGrp="1"/>
          </p:cNvSpPr>
          <p:nvPr/>
        </p:nvSpPr>
        <p:spPr>
          <a:xfrm xmlns:a="http://schemas.openxmlformats.org/drawingml/2006/main">
            <a:off x="0" y="4810125"/>
            <a:ext cx="9144000" cy="333375"/>
          </a:xfrm>
          <a:prstGeom xmlns:a="http://schemas.openxmlformats.org/drawingml/2006/main" prst="rect">
            <a:avLst/>
          </a:prstGeom>
          <a:solidFill xmlns:a="http://schemas.openxmlformats.org/drawingml/2006/main">
            <a:srgbClr val="FF4D3D"/>
          </a:solidFill>
        </p:spPr>
      </p:sp>
      <p:sp>
        <p:nvSpPr>
          <p:cNvPr id="19" name="Text 16">
            <a:extLst xmlns:a="http://schemas.openxmlformats.org/drawingml/2006/main">
              <a:ext uri="{FF2B5EF4-FFF2-40B4-BE49-F238E27FC236}">
                <a16:creationId xmlns:a16="http://schemas.microsoft.com/office/drawing/2014/main" id="{91370904-B29E-4634-8827-870565532B56}"/>
              </a:ext>
            </a:extLst>
          </p:cNvPr>
          <p:cNvSpPr>
            <a:spLocks xmlns:a="http://schemas.openxmlformats.org/drawingml/2006/main" noGrp="1"/>
          </p:cNvSpPr>
          <p:nvPr/>
        </p:nvSpPr>
        <p:spPr>
          <a:xfrm xmlns:a="http://schemas.openxmlformats.org/drawingml/2006/main">
            <a:off x="523875" y="4895850"/>
            <a:ext cx="7286625"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111315">
                    <a:alpha val="99000"/>
                  </a:srgbClr>
                </a:solidFill>
                <a:latin typeface="Inter"/>
                <a:ea typeface="Inter"/>
                <a:cs typeface="Inter"/>
              </a:rPr>
              <a:t>Không chỉ lưu dòng đơn hàng — hệ thống quản lý vòng đời và căn cứ dữ liệu.</a:t>
            </a:r>
            <a:endParaRPr sz="819"/>
          </a:p>
        </p:txBody>
      </p:sp>
      <p:sp>
        <p:nvSpPr>
          <p:cNvPr id="20" name="Text 17">
            <a:extLst xmlns:a="http://schemas.openxmlformats.org/drawingml/2006/main">
              <a:ext uri="{FF2B5EF4-FFF2-40B4-BE49-F238E27FC236}">
                <a16:creationId xmlns:a16="http://schemas.microsoft.com/office/drawing/2014/main" id="{731B8A19-341D-4565-AA96-E423F4A75412}"/>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FFFFFF">
                    <a:alpha val="99000"/>
                  </a:srgbClr>
                </a:solidFill>
                <a:latin typeface="Inter"/>
                <a:ea typeface="Inter"/>
                <a:cs typeface="Inter"/>
              </a:rPr>
              <a:t>05</a:t>
            </a:r>
            <a:endParaRPr sz="748"/>
          </a:p>
        </p:txBody>
      </p:sp>
      <p:sp>
        <p:nvSpPr>
          <p:cNvPr id="21" name="Shape 18">
            <a:extLst xmlns:a="http://schemas.openxmlformats.org/drawingml/2006/main">
              <a:ext uri="{FF2B5EF4-FFF2-40B4-BE49-F238E27FC236}">
                <a16:creationId xmlns:a16="http://schemas.microsoft.com/office/drawing/2014/main" id="{6C4E5752-F8DD-438B-BAB7-88EDB533DCB6}"/>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0A67E"/>
          </a:solidFill>
        </p:spPr>
      </p:sp>
    </p:spTree>
    <p:extLst>
      <p:ext uri="{BB962C8B-B14F-4D97-AF65-F5344CB8AC3E}">
        <p14:creationId xmlns:p14="http://schemas.microsoft.com/office/powerpoint/2010/main" val="1067965449"/>
      </p:ext>
    </p:extLst>
  </p:cSld>
</p:sld>
</file>

<file path=ppt/slides/slide6.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10BDC50-D058-46A0-BF60-79395856A9B6}"/>
              </a:ext>
            </a:extLst>
          </p:cNvPr>
          <p:cNvSpPr>
            <a:spLocks xmlns:a="http://schemas.openxmlformats.org/drawingml/2006/main" noGrp="1"/>
          </p:cNvSpPr>
          <p:nvPr/>
        </p:nvSpPr>
        <p:spPr>
          <a:xfrm xmlns:a="http://schemas.openxmlformats.org/drawingml/2006/main">
            <a:off x="523875" y="314325"/>
            <a:ext cx="381000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5A615F">
                    <a:alpha val="99000"/>
                  </a:srgbClr>
                </a:solidFill>
                <a:latin typeface="Inter"/>
                <a:ea typeface="Inter"/>
                <a:cs typeface="Inter"/>
              </a:rPr>
              <a:t>05  ·  KỲ ĐẶT HÀNG</a:t>
            </a:r>
            <a:endParaRPr sz="819"/>
          </a:p>
        </p:txBody>
      </p:sp>
      <p:sp>
        <p:nvSpPr>
          <p:cNvPr id="4" name="Text 1">
            <a:extLst xmlns:a="http://schemas.openxmlformats.org/drawingml/2006/main">
              <a:ext uri="{FF2B5EF4-FFF2-40B4-BE49-F238E27FC236}">
                <a16:creationId xmlns:a16="http://schemas.microsoft.com/office/drawing/2014/main" id="{910958F7-14BE-4F1A-8D29-BCFC347E3D23}"/>
              </a:ext>
            </a:extLst>
          </p:cNvPr>
          <p:cNvSpPr>
            <a:spLocks xmlns:a="http://schemas.openxmlformats.org/drawingml/2006/main" noGrp="1"/>
          </p:cNvSpPr>
          <p:nvPr/>
        </p:nvSpPr>
        <p:spPr>
          <a:xfrm xmlns:a="http://schemas.openxmlformats.org/drawingml/2006/main">
            <a:off x="523875" y="571500"/>
            <a:ext cx="4762500" cy="4524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779" b="1">
                <a:solidFill>
                  <a:srgbClr val="0B2235">
                    <a:alpha val="99000"/>
                  </a:srgbClr>
                </a:solidFill>
                <a:latin typeface="Inter"/>
                <a:ea typeface="Inter"/>
                <a:cs typeface="Inter"/>
              </a:rPr>
              <a:t>Mỗi kỳ có lịch riêng</a:t>
            </a:r>
          </a:p>
        </p:txBody>
      </p:sp>
      <p:sp>
        <p:nvSpPr>
          <p:cNvPr id="5" name="Text 2">
            <a:extLst xmlns:a="http://schemas.openxmlformats.org/drawingml/2006/main">
              <a:ext uri="{FF2B5EF4-FFF2-40B4-BE49-F238E27FC236}">
                <a16:creationId xmlns:a16="http://schemas.microsoft.com/office/drawing/2014/main" id="{FE5C56B8-C2AE-4506-8E9D-044B3D4CB441}"/>
              </a:ext>
            </a:extLst>
          </p:cNvPr>
          <p:cNvSpPr>
            <a:spLocks xmlns:a="http://schemas.openxmlformats.org/drawingml/2006/main" noGrp="1"/>
          </p:cNvSpPr>
          <p:nvPr/>
        </p:nvSpPr>
        <p:spPr>
          <a:xfrm xmlns:a="http://schemas.openxmlformats.org/drawingml/2006/main">
            <a:off x="523875" y="1085850"/>
            <a:ext cx="50006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a:solidFill>
                  <a:srgbClr val="5A615F">
                    <a:alpha val="99000"/>
                  </a:srgbClr>
                </a:solidFill>
                <a:latin typeface="Inter"/>
                <a:ea typeface="Inter"/>
                <a:cs typeface="Inter"/>
              </a:rPr>
              <a:t>Mặc định mở trước 3 kỳ · có thể cấu hình từ 0 đến 12</a:t>
            </a:r>
            <a:endParaRPr sz="1033"/>
          </a:p>
        </p:txBody>
      </p:sp>
      <p:sp>
        <p:nvSpPr>
          <p:cNvPr id="6" name="Text 3">
            <a:extLst xmlns:a="http://schemas.openxmlformats.org/drawingml/2006/main">
              <a:ext uri="{FF2B5EF4-FFF2-40B4-BE49-F238E27FC236}">
                <a16:creationId xmlns:a16="http://schemas.microsoft.com/office/drawing/2014/main" id="{277ACC30-EC48-496F-AC3F-973F37F8D907}"/>
              </a:ext>
            </a:extLst>
          </p:cNvPr>
          <p:cNvSpPr>
            <a:spLocks xmlns:a="http://schemas.openxmlformats.org/drawingml/2006/main" noGrp="1"/>
          </p:cNvSpPr>
          <p:nvPr/>
        </p:nvSpPr>
        <p:spPr>
          <a:xfrm xmlns:a="http://schemas.openxmlformats.org/drawingml/2006/main">
            <a:off x="6905625" y="561975"/>
            <a:ext cx="1571625"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4637"/>
              </a:lnSpc>
              <a:buNone/>
            </a:pPr>
            <a:r>
              <a:rPr sz="3634" b="1">
                <a:solidFill>
                  <a:srgbClr val="00A67E">
                    <a:alpha val="99000"/>
                  </a:srgbClr>
                </a:solidFill>
                <a:latin typeface="Space Grotesk"/>
                <a:ea typeface="Space Grotesk"/>
                <a:cs typeface="Space Grotesk"/>
              </a:rPr>
              <a:t>0–12</a:t>
            </a:r>
            <a:endParaRPr sz="3634"/>
          </a:p>
        </p:txBody>
      </p:sp>
      <p:sp>
        <p:nvSpPr>
          <p:cNvPr id="7" name="Text 4">
            <a:extLst xmlns:a="http://schemas.openxmlformats.org/drawingml/2006/main">
              <a:ext uri="{FF2B5EF4-FFF2-40B4-BE49-F238E27FC236}">
                <a16:creationId xmlns:a16="http://schemas.microsoft.com/office/drawing/2014/main" id="{D8283AA5-B3E2-44BC-A68E-698497C5C547}"/>
              </a:ext>
            </a:extLst>
          </p:cNvPr>
          <p:cNvSpPr>
            <a:spLocks xmlns:a="http://schemas.openxmlformats.org/drawingml/2006/main" noGrp="1"/>
          </p:cNvSpPr>
          <p:nvPr/>
        </p:nvSpPr>
        <p:spPr>
          <a:xfrm xmlns:a="http://schemas.openxmlformats.org/drawingml/2006/main">
            <a:off x="6810375" y="1133475"/>
            <a:ext cx="1666875"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92"/>
              </a:lnSpc>
              <a:buNone/>
            </a:pPr>
            <a:r>
              <a:rPr sz="819" b="1">
                <a:solidFill>
                  <a:srgbClr val="0B2235">
                    <a:alpha val="99000"/>
                  </a:srgbClr>
                </a:solidFill>
                <a:latin typeface="Inter"/>
                <a:ea typeface="Inter"/>
                <a:cs typeface="Inter"/>
              </a:rPr>
              <a:t>SỐ KỲ MỞ TRƯỚC</a:t>
            </a:r>
            <a:endParaRPr sz="819"/>
          </a:p>
        </p:txBody>
      </p:sp>
      <p:sp>
        <p:nvSpPr>
          <p:cNvPr id="8" name="Shape 5">
            <a:extLst xmlns:a="http://schemas.openxmlformats.org/drawingml/2006/main">
              <a:ext uri="{FF2B5EF4-FFF2-40B4-BE49-F238E27FC236}">
                <a16:creationId xmlns:a16="http://schemas.microsoft.com/office/drawing/2014/main" id="{206DE264-21E7-412E-9A2C-80E738A86889}"/>
              </a:ext>
            </a:extLst>
          </p:cNvPr>
          <p:cNvSpPr>
            <a:spLocks xmlns:a="http://schemas.openxmlformats.org/drawingml/2006/main" noGrp="1"/>
          </p:cNvSpPr>
          <p:nvPr/>
        </p:nvSpPr>
        <p:spPr>
          <a:xfrm xmlns:a="http://schemas.openxmlformats.org/drawingml/2006/main">
            <a:off x="762000" y="2381250"/>
            <a:ext cx="7191375" cy="38100"/>
          </a:xfrm>
          <a:prstGeom xmlns:a="http://schemas.openxmlformats.org/drawingml/2006/main" prst="rect">
            <a:avLst/>
          </a:prstGeom>
          <a:solidFill xmlns:a="http://schemas.openxmlformats.org/drawingml/2006/main">
            <a:srgbClr val="00A67E"/>
          </a:solidFill>
        </p:spPr>
      </p:sp>
      <p:sp>
        <p:nvSpPr>
          <p:cNvPr id="9" name="Shape 6">
            <a:extLst xmlns:a="http://schemas.openxmlformats.org/drawingml/2006/main">
              <a:ext uri="{FF2B5EF4-FFF2-40B4-BE49-F238E27FC236}">
                <a16:creationId xmlns:a16="http://schemas.microsoft.com/office/drawing/2014/main" id="{6C0BF4F4-64A8-4280-A777-1BA925E3E2B0}"/>
              </a:ext>
            </a:extLst>
          </p:cNvPr>
          <p:cNvSpPr>
            <a:spLocks xmlns:a="http://schemas.openxmlformats.org/drawingml/2006/main" noGrp="1"/>
          </p:cNvSpPr>
          <p:nvPr/>
        </p:nvSpPr>
        <p:spPr>
          <a:xfrm xmlns:a="http://schemas.openxmlformats.org/drawingml/2006/main">
            <a:off x="714375" y="2152650"/>
            <a:ext cx="485775" cy="485775"/>
          </a:xfrm>
          <a:prstGeom xmlns:a="http://schemas.openxmlformats.org/drawingml/2006/main" prst="ellipse">
            <a:avLst/>
          </a:prstGeom>
          <a:solidFill xmlns:a="http://schemas.openxmlformats.org/drawingml/2006/main">
            <a:srgbClr val="FF4D3D"/>
          </a:solidFill>
        </p:spPr>
      </p:sp>
      <p:sp>
        <p:nvSpPr>
          <p:cNvPr id="10" name="Text 7">
            <a:extLst xmlns:a="http://schemas.openxmlformats.org/drawingml/2006/main">
              <a:ext uri="{FF2B5EF4-FFF2-40B4-BE49-F238E27FC236}">
                <a16:creationId xmlns:a16="http://schemas.microsoft.com/office/drawing/2014/main" id="{C3BCA722-53C3-4DA4-A5B7-91AC9F44E0FA}"/>
              </a:ext>
            </a:extLst>
          </p:cNvPr>
          <p:cNvSpPr>
            <a:spLocks xmlns:a="http://schemas.openxmlformats.org/drawingml/2006/main" noGrp="1"/>
          </p:cNvSpPr>
          <p:nvPr/>
        </p:nvSpPr>
        <p:spPr>
          <a:xfrm xmlns:a="http://schemas.openxmlformats.org/drawingml/2006/main">
            <a:off x="704850" y="2219325"/>
            <a:ext cx="504825"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955"/>
              </a:lnSpc>
              <a:buNone/>
            </a:pPr>
            <a:r>
              <a:rPr sz="1532" b="1">
                <a:solidFill>
                  <a:srgbClr val="FFFFFF">
                    <a:alpha val="99000"/>
                  </a:srgbClr>
                </a:solidFill>
                <a:latin typeface="Space Grotesk"/>
                <a:ea typeface="Space Grotesk"/>
                <a:cs typeface="Space Grotesk"/>
              </a:rPr>
              <a:t>08</a:t>
            </a:r>
            <a:endParaRPr sz="1532"/>
          </a:p>
        </p:txBody>
      </p:sp>
      <p:sp>
        <p:nvSpPr>
          <p:cNvPr id="11" name="Text 8">
            <a:extLst xmlns:a="http://schemas.openxmlformats.org/drawingml/2006/main">
              <a:ext uri="{FF2B5EF4-FFF2-40B4-BE49-F238E27FC236}">
                <a16:creationId xmlns:a16="http://schemas.microsoft.com/office/drawing/2014/main" id="{CC4EB657-E332-49B5-AD36-57AB53439F4C}"/>
              </a:ext>
            </a:extLst>
          </p:cNvPr>
          <p:cNvSpPr>
            <a:spLocks xmlns:a="http://schemas.openxmlformats.org/drawingml/2006/main" noGrp="1"/>
          </p:cNvSpPr>
          <p:nvPr/>
        </p:nvSpPr>
        <p:spPr>
          <a:xfrm xmlns:a="http://schemas.openxmlformats.org/drawingml/2006/main">
            <a:off x="690563" y="2809875"/>
            <a:ext cx="1571625" cy="2952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pPr>
            <a:r>
              <a:rPr sz="1710" b="1">
                <a:solidFill>
                  <a:srgbClr val="0B2235">
                    <a:alpha val="99000"/>
                  </a:srgbClr>
                </a:solidFill>
                <a:latin typeface="Space Grotesk"/>
                <a:ea typeface="Space Grotesk"/>
                <a:cs typeface="Space Grotesk"/>
              </a:rPr>
              <a:t>08/2026</a:t>
            </a:r>
            <a:endParaRPr sz="1710"/>
          </a:p>
        </p:txBody>
      </p:sp>
      <p:sp>
        <p:nvSpPr>
          <p:cNvPr id="12" name="Text 9">
            <a:extLst xmlns:a="http://schemas.openxmlformats.org/drawingml/2006/main">
              <a:ext uri="{FF2B5EF4-FFF2-40B4-BE49-F238E27FC236}">
                <a16:creationId xmlns:a16="http://schemas.microsoft.com/office/drawing/2014/main" id="{47DDC594-8B1A-4E9C-8DD0-2DCF763A1892}"/>
              </a:ext>
            </a:extLst>
          </p:cNvPr>
          <p:cNvSpPr>
            <a:spLocks xmlns:a="http://schemas.openxmlformats.org/drawingml/2006/main" noGrp="1"/>
          </p:cNvSpPr>
          <p:nvPr/>
        </p:nvSpPr>
        <p:spPr>
          <a:xfrm xmlns:a="http://schemas.openxmlformats.org/drawingml/2006/main">
            <a:off x="714375" y="3181350"/>
            <a:ext cx="1428750" cy="361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b="1">
                <a:solidFill>
                  <a:srgbClr val="5A615F">
                    <a:alpha val="99000"/>
                  </a:srgbClr>
                </a:solidFill>
                <a:latin typeface="Inter"/>
                <a:ea typeface="Inter"/>
                <a:cs typeface="Inter"/>
              </a:rPr>
              <a:t>MỞ 05/08</a:t>
            </a:r>
            <a:endParaRPr sz="855"/>
          </a:p>
          <a:p xmlns:a="http://schemas.openxmlformats.org/drawingml/2006/main">
            <a:pPr marL="0" indent="0" algn="l">
              <a:lnSpc>
                <a:spcPts val="1035"/>
              </a:lnSpc>
              <a:buNone/>
            </a:pPr>
            <a:r>
              <a:rPr sz="855" b="1">
                <a:solidFill>
                  <a:srgbClr val="5A615F">
                    <a:alpha val="99000"/>
                  </a:srgbClr>
                </a:solidFill>
                <a:latin typeface="Inter"/>
                <a:ea typeface="Inter"/>
                <a:cs typeface="Inter"/>
              </a:rPr>
              <a:t>ĐÓNG 05/09</a:t>
            </a:r>
            <a:endParaRPr sz="855"/>
          </a:p>
        </p:txBody>
      </p:sp>
      <p:sp>
        <p:nvSpPr>
          <p:cNvPr id="13" name="Shape 10">
            <a:extLst xmlns:a="http://schemas.openxmlformats.org/drawingml/2006/main">
              <a:ext uri="{FF2B5EF4-FFF2-40B4-BE49-F238E27FC236}">
                <a16:creationId xmlns:a16="http://schemas.microsoft.com/office/drawing/2014/main" id="{66464B05-6122-4CEC-9FBB-81EFF1206F86}"/>
              </a:ext>
            </a:extLst>
          </p:cNvPr>
          <p:cNvSpPr>
            <a:spLocks xmlns:a="http://schemas.openxmlformats.org/drawingml/2006/main" noGrp="1"/>
          </p:cNvSpPr>
          <p:nvPr/>
        </p:nvSpPr>
        <p:spPr>
          <a:xfrm xmlns:a="http://schemas.openxmlformats.org/drawingml/2006/main">
            <a:off x="3333750" y="2152650"/>
            <a:ext cx="485775" cy="485775"/>
          </a:xfrm>
          <a:prstGeom xmlns:a="http://schemas.openxmlformats.org/drawingml/2006/main" prst="ellipse">
            <a:avLst/>
          </a:prstGeom>
          <a:solidFill xmlns:a="http://schemas.openxmlformats.org/drawingml/2006/main">
            <a:srgbClr val="00A67E"/>
          </a:solidFill>
        </p:spPr>
      </p:sp>
      <p:sp>
        <p:nvSpPr>
          <p:cNvPr id="14" name="Text 11">
            <a:extLst xmlns:a="http://schemas.openxmlformats.org/drawingml/2006/main">
              <a:ext uri="{FF2B5EF4-FFF2-40B4-BE49-F238E27FC236}">
                <a16:creationId xmlns:a16="http://schemas.microsoft.com/office/drawing/2014/main" id="{47931299-725C-4387-B4A0-4004315202A5}"/>
              </a:ext>
            </a:extLst>
          </p:cNvPr>
          <p:cNvSpPr>
            <a:spLocks xmlns:a="http://schemas.openxmlformats.org/drawingml/2006/main" noGrp="1"/>
          </p:cNvSpPr>
          <p:nvPr/>
        </p:nvSpPr>
        <p:spPr>
          <a:xfrm xmlns:a="http://schemas.openxmlformats.org/drawingml/2006/main">
            <a:off x="3324225" y="2219325"/>
            <a:ext cx="504825"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955"/>
              </a:lnSpc>
              <a:buNone/>
            </a:pPr>
            <a:r>
              <a:rPr sz="1532" b="1">
                <a:solidFill>
                  <a:srgbClr val="FFFFFF">
                    <a:alpha val="99000"/>
                  </a:srgbClr>
                </a:solidFill>
                <a:latin typeface="Space Grotesk"/>
                <a:ea typeface="Space Grotesk"/>
                <a:cs typeface="Space Grotesk"/>
              </a:rPr>
              <a:t>09</a:t>
            </a:r>
            <a:endParaRPr sz="1532"/>
          </a:p>
        </p:txBody>
      </p:sp>
      <p:sp>
        <p:nvSpPr>
          <p:cNvPr id="15" name="Text 12">
            <a:extLst xmlns:a="http://schemas.openxmlformats.org/drawingml/2006/main">
              <a:ext uri="{FF2B5EF4-FFF2-40B4-BE49-F238E27FC236}">
                <a16:creationId xmlns:a16="http://schemas.microsoft.com/office/drawing/2014/main" id="{4F50DD63-7EF1-4123-BD51-204BC44050B0}"/>
              </a:ext>
            </a:extLst>
          </p:cNvPr>
          <p:cNvSpPr>
            <a:spLocks xmlns:a="http://schemas.openxmlformats.org/drawingml/2006/main" noGrp="1"/>
          </p:cNvSpPr>
          <p:nvPr/>
        </p:nvSpPr>
        <p:spPr>
          <a:xfrm xmlns:a="http://schemas.openxmlformats.org/drawingml/2006/main">
            <a:off x="3309938" y="2809875"/>
            <a:ext cx="1571625" cy="2952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pPr>
            <a:r>
              <a:rPr sz="1710" b="1">
                <a:solidFill>
                  <a:srgbClr val="0B2235">
                    <a:alpha val="99000"/>
                  </a:srgbClr>
                </a:solidFill>
                <a:latin typeface="Space Grotesk"/>
                <a:ea typeface="Space Grotesk"/>
                <a:cs typeface="Space Grotesk"/>
              </a:rPr>
              <a:t>09/2026</a:t>
            </a:r>
            <a:endParaRPr sz="1710"/>
          </a:p>
        </p:txBody>
      </p:sp>
      <p:sp>
        <p:nvSpPr>
          <p:cNvPr id="16" name="Text 13">
            <a:extLst xmlns:a="http://schemas.openxmlformats.org/drawingml/2006/main">
              <a:ext uri="{FF2B5EF4-FFF2-40B4-BE49-F238E27FC236}">
                <a16:creationId xmlns:a16="http://schemas.microsoft.com/office/drawing/2014/main" id="{732B0A4B-6040-4219-B045-C31986517941}"/>
              </a:ext>
            </a:extLst>
          </p:cNvPr>
          <p:cNvSpPr>
            <a:spLocks xmlns:a="http://schemas.openxmlformats.org/drawingml/2006/main" noGrp="1"/>
          </p:cNvSpPr>
          <p:nvPr/>
        </p:nvSpPr>
        <p:spPr>
          <a:xfrm xmlns:a="http://schemas.openxmlformats.org/drawingml/2006/main">
            <a:off x="3333750" y="3181350"/>
            <a:ext cx="1428750" cy="361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b="1">
                <a:solidFill>
                  <a:srgbClr val="5A615F">
                    <a:alpha val="99000"/>
                  </a:srgbClr>
                </a:solidFill>
                <a:latin typeface="Inter"/>
                <a:ea typeface="Inter"/>
                <a:cs typeface="Inter"/>
              </a:rPr>
              <a:t>MỞ 05/08</a:t>
            </a:r>
            <a:endParaRPr sz="855"/>
          </a:p>
          <a:p xmlns:a="http://schemas.openxmlformats.org/drawingml/2006/main">
            <a:pPr marL="0" indent="0" algn="l">
              <a:lnSpc>
                <a:spcPts val="1035"/>
              </a:lnSpc>
              <a:buNone/>
            </a:pPr>
            <a:r>
              <a:rPr sz="855" b="1">
                <a:solidFill>
                  <a:srgbClr val="5A615F">
                    <a:alpha val="99000"/>
                  </a:srgbClr>
                </a:solidFill>
                <a:latin typeface="Inter"/>
                <a:ea typeface="Inter"/>
                <a:cs typeface="Inter"/>
              </a:rPr>
              <a:t>ĐÓNG 05/10</a:t>
            </a:r>
            <a:endParaRPr sz="855"/>
          </a:p>
        </p:txBody>
      </p:sp>
      <p:sp>
        <p:nvSpPr>
          <p:cNvPr id="17" name="Shape 14">
            <a:extLst xmlns:a="http://schemas.openxmlformats.org/drawingml/2006/main">
              <a:ext uri="{FF2B5EF4-FFF2-40B4-BE49-F238E27FC236}">
                <a16:creationId xmlns:a16="http://schemas.microsoft.com/office/drawing/2014/main" id="{EA02A928-5FED-4034-AA18-2005EE766EBA}"/>
              </a:ext>
            </a:extLst>
          </p:cNvPr>
          <p:cNvSpPr>
            <a:spLocks xmlns:a="http://schemas.openxmlformats.org/drawingml/2006/main" noGrp="1"/>
          </p:cNvSpPr>
          <p:nvPr/>
        </p:nvSpPr>
        <p:spPr>
          <a:xfrm xmlns:a="http://schemas.openxmlformats.org/drawingml/2006/main">
            <a:off x="5953125" y="2152650"/>
            <a:ext cx="485775" cy="485775"/>
          </a:xfrm>
          <a:prstGeom xmlns:a="http://schemas.openxmlformats.org/drawingml/2006/main" prst="ellipse">
            <a:avLst/>
          </a:prstGeom>
          <a:solidFill xmlns:a="http://schemas.openxmlformats.org/drawingml/2006/main">
            <a:srgbClr val="00A67E"/>
          </a:solidFill>
        </p:spPr>
      </p:sp>
      <p:sp>
        <p:nvSpPr>
          <p:cNvPr id="18" name="Text 15">
            <a:extLst xmlns:a="http://schemas.openxmlformats.org/drawingml/2006/main">
              <a:ext uri="{FF2B5EF4-FFF2-40B4-BE49-F238E27FC236}">
                <a16:creationId xmlns:a16="http://schemas.microsoft.com/office/drawing/2014/main" id="{26EBBEA2-3646-44EA-BBCB-7E0126351C95}"/>
              </a:ext>
            </a:extLst>
          </p:cNvPr>
          <p:cNvSpPr>
            <a:spLocks xmlns:a="http://schemas.openxmlformats.org/drawingml/2006/main" noGrp="1"/>
          </p:cNvSpPr>
          <p:nvPr/>
        </p:nvSpPr>
        <p:spPr>
          <a:xfrm xmlns:a="http://schemas.openxmlformats.org/drawingml/2006/main">
            <a:off x="5943600" y="2219325"/>
            <a:ext cx="504825"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955"/>
              </a:lnSpc>
              <a:buNone/>
            </a:pPr>
            <a:r>
              <a:rPr sz="1532" b="1">
                <a:solidFill>
                  <a:srgbClr val="FFFFFF">
                    <a:alpha val="99000"/>
                  </a:srgbClr>
                </a:solidFill>
                <a:latin typeface="Space Grotesk"/>
                <a:ea typeface="Space Grotesk"/>
                <a:cs typeface="Space Grotesk"/>
              </a:rPr>
              <a:t>10</a:t>
            </a:r>
            <a:endParaRPr sz="1532"/>
          </a:p>
        </p:txBody>
      </p:sp>
      <p:sp>
        <p:nvSpPr>
          <p:cNvPr id="19" name="Text 16">
            <a:extLst xmlns:a="http://schemas.openxmlformats.org/drawingml/2006/main">
              <a:ext uri="{FF2B5EF4-FFF2-40B4-BE49-F238E27FC236}">
                <a16:creationId xmlns:a16="http://schemas.microsoft.com/office/drawing/2014/main" id="{49FE347F-DD1F-453A-9F54-704CDD107CDD}"/>
              </a:ext>
            </a:extLst>
          </p:cNvPr>
          <p:cNvSpPr>
            <a:spLocks xmlns:a="http://schemas.openxmlformats.org/drawingml/2006/main" noGrp="1"/>
          </p:cNvSpPr>
          <p:nvPr/>
        </p:nvSpPr>
        <p:spPr>
          <a:xfrm xmlns:a="http://schemas.openxmlformats.org/drawingml/2006/main">
            <a:off x="5929313" y="2809875"/>
            <a:ext cx="1571625" cy="2952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pPr>
            <a:r>
              <a:rPr sz="1710" b="1">
                <a:solidFill>
                  <a:srgbClr val="0B2235">
                    <a:alpha val="99000"/>
                  </a:srgbClr>
                </a:solidFill>
                <a:latin typeface="Space Grotesk"/>
                <a:ea typeface="Space Grotesk"/>
                <a:cs typeface="Space Grotesk"/>
              </a:rPr>
              <a:t>10/2026</a:t>
            </a:r>
            <a:endParaRPr sz="1710"/>
          </a:p>
        </p:txBody>
      </p:sp>
      <p:sp>
        <p:nvSpPr>
          <p:cNvPr id="20" name="Text 17">
            <a:extLst xmlns:a="http://schemas.openxmlformats.org/drawingml/2006/main">
              <a:ext uri="{FF2B5EF4-FFF2-40B4-BE49-F238E27FC236}">
                <a16:creationId xmlns:a16="http://schemas.microsoft.com/office/drawing/2014/main" id="{78AB56CA-A7B8-460E-A09F-DA31317A47FD}"/>
              </a:ext>
            </a:extLst>
          </p:cNvPr>
          <p:cNvSpPr>
            <a:spLocks xmlns:a="http://schemas.openxmlformats.org/drawingml/2006/main" noGrp="1"/>
          </p:cNvSpPr>
          <p:nvPr/>
        </p:nvSpPr>
        <p:spPr>
          <a:xfrm xmlns:a="http://schemas.openxmlformats.org/drawingml/2006/main">
            <a:off x="5953125" y="3181350"/>
            <a:ext cx="1428750" cy="361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b="1">
                <a:solidFill>
                  <a:srgbClr val="5A615F">
                    <a:alpha val="99000"/>
                  </a:srgbClr>
                </a:solidFill>
                <a:latin typeface="Inter"/>
                <a:ea typeface="Inter"/>
                <a:cs typeface="Inter"/>
              </a:rPr>
              <a:t>MỞ 05/08</a:t>
            </a:r>
            <a:endParaRPr sz="855"/>
          </a:p>
          <a:p xmlns:a="http://schemas.openxmlformats.org/drawingml/2006/main">
            <a:pPr marL="0" indent="0" algn="l">
              <a:lnSpc>
                <a:spcPts val="1035"/>
              </a:lnSpc>
              <a:buNone/>
            </a:pPr>
            <a:r>
              <a:rPr sz="855" b="1">
                <a:solidFill>
                  <a:srgbClr val="5A615F">
                    <a:alpha val="99000"/>
                  </a:srgbClr>
                </a:solidFill>
                <a:latin typeface="Inter"/>
                <a:ea typeface="Inter"/>
                <a:cs typeface="Inter"/>
              </a:rPr>
              <a:t>ĐÓNG 05/11</a:t>
            </a:r>
            <a:endParaRPr sz="855"/>
          </a:p>
        </p:txBody>
      </p:sp>
      <p:sp>
        <p:nvSpPr>
          <p:cNvPr id="21" name="Shape 18">
            <a:extLst xmlns:a="http://schemas.openxmlformats.org/drawingml/2006/main">
              <a:ext uri="{FF2B5EF4-FFF2-40B4-BE49-F238E27FC236}">
                <a16:creationId xmlns:a16="http://schemas.microsoft.com/office/drawing/2014/main" id="{75C716CB-87E4-42CF-AFB9-6192103C60B0}"/>
              </a:ext>
            </a:extLst>
          </p:cNvPr>
          <p:cNvSpPr>
            <a:spLocks xmlns:a="http://schemas.openxmlformats.org/drawingml/2006/main" noGrp="1"/>
          </p:cNvSpPr>
          <p:nvPr/>
        </p:nvSpPr>
        <p:spPr>
          <a:xfrm xmlns:a="http://schemas.openxmlformats.org/drawingml/2006/main">
            <a:off x="0" y="4024313"/>
            <a:ext cx="9144000" cy="1119188"/>
          </a:xfrm>
          <a:prstGeom xmlns:a="http://schemas.openxmlformats.org/drawingml/2006/main" prst="rect">
            <a:avLst/>
          </a:prstGeom>
          <a:solidFill xmlns:a="http://schemas.openxmlformats.org/drawingml/2006/main">
            <a:srgbClr val="0B2235"/>
          </a:solidFill>
        </p:spPr>
      </p:sp>
      <p:sp>
        <p:nvSpPr>
          <p:cNvPr id="22" name="Text 19">
            <a:extLst xmlns:a="http://schemas.openxmlformats.org/drawingml/2006/main">
              <a:ext uri="{FF2B5EF4-FFF2-40B4-BE49-F238E27FC236}">
                <a16:creationId xmlns:a16="http://schemas.microsoft.com/office/drawing/2014/main" id="{E7F4C599-CE90-456B-83B8-15200B9585BE}"/>
              </a:ext>
            </a:extLst>
          </p:cNvPr>
          <p:cNvSpPr>
            <a:spLocks xmlns:a="http://schemas.openxmlformats.org/drawingml/2006/main" noGrp="1"/>
          </p:cNvSpPr>
          <p:nvPr/>
        </p:nvSpPr>
        <p:spPr>
          <a:xfrm xmlns:a="http://schemas.openxmlformats.org/drawingml/2006/main">
            <a:off x="523875" y="4343400"/>
            <a:ext cx="95250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FFFFFF">
                    <a:alpha val="99000"/>
                  </a:srgbClr>
                </a:solidFill>
                <a:latin typeface="Inter"/>
                <a:ea typeface="Inter"/>
                <a:cs typeface="Inter"/>
              </a:rPr>
              <a:t>SẮP MỞ</a:t>
            </a:r>
            <a:endParaRPr sz="819"/>
          </a:p>
        </p:txBody>
      </p:sp>
      <p:sp>
        <p:nvSpPr>
          <p:cNvPr id="23" name="Text 20">
            <a:extLst xmlns:a="http://schemas.openxmlformats.org/drawingml/2006/main">
              <a:ext uri="{FF2B5EF4-FFF2-40B4-BE49-F238E27FC236}">
                <a16:creationId xmlns:a16="http://schemas.microsoft.com/office/drawing/2014/main" id="{292F5A46-18D4-4F97-99CF-E697A0DBFED9}"/>
              </a:ext>
            </a:extLst>
          </p:cNvPr>
          <p:cNvSpPr>
            <a:spLocks xmlns:a="http://schemas.openxmlformats.org/drawingml/2006/main" noGrp="1"/>
          </p:cNvSpPr>
          <p:nvPr/>
        </p:nvSpPr>
        <p:spPr>
          <a:xfrm xmlns:a="http://schemas.openxmlformats.org/drawingml/2006/main">
            <a:off x="1571625" y="4310063"/>
            <a:ext cx="285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364"/>
              </a:lnSpc>
              <a:buNone/>
            </a:pPr>
            <a:r>
              <a:rPr sz="1069" b="1">
                <a:solidFill>
                  <a:srgbClr val="00A67E">
                    <a:alpha val="99000"/>
                  </a:srgbClr>
                </a:solidFill>
                <a:latin typeface="Space Grotesk"/>
                <a:ea typeface="Space Grotesk"/>
                <a:cs typeface="Space Grotesk"/>
              </a:rPr>
              <a:t>→</a:t>
            </a:r>
            <a:endParaRPr sz="1069"/>
          </a:p>
        </p:txBody>
      </p:sp>
      <p:sp>
        <p:nvSpPr>
          <p:cNvPr id="24" name="Text 21">
            <a:extLst xmlns:a="http://schemas.openxmlformats.org/drawingml/2006/main">
              <a:ext uri="{FF2B5EF4-FFF2-40B4-BE49-F238E27FC236}">
                <a16:creationId xmlns:a16="http://schemas.microsoft.com/office/drawing/2014/main" id="{C459D0DC-D144-4E8C-97ED-B68EADAB785D}"/>
              </a:ext>
            </a:extLst>
          </p:cNvPr>
          <p:cNvSpPr>
            <a:spLocks xmlns:a="http://schemas.openxmlformats.org/drawingml/2006/main" noGrp="1"/>
          </p:cNvSpPr>
          <p:nvPr/>
        </p:nvSpPr>
        <p:spPr>
          <a:xfrm xmlns:a="http://schemas.openxmlformats.org/drawingml/2006/main">
            <a:off x="1952625" y="4343400"/>
            <a:ext cx="10477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FFFFFF">
                    <a:alpha val="99000"/>
                  </a:srgbClr>
                </a:solidFill>
                <a:latin typeface="Inter"/>
                <a:ea typeface="Inter"/>
                <a:cs typeface="Inter"/>
              </a:rPr>
              <a:t>ĐANG MỞ</a:t>
            </a:r>
            <a:endParaRPr sz="819"/>
          </a:p>
        </p:txBody>
      </p:sp>
      <p:sp>
        <p:nvSpPr>
          <p:cNvPr id="25" name="Text 22">
            <a:extLst xmlns:a="http://schemas.openxmlformats.org/drawingml/2006/main">
              <a:ext uri="{FF2B5EF4-FFF2-40B4-BE49-F238E27FC236}">
                <a16:creationId xmlns:a16="http://schemas.microsoft.com/office/drawing/2014/main" id="{F48231C8-AD74-41CA-9AE7-DDAAEB0270F0}"/>
              </a:ext>
            </a:extLst>
          </p:cNvPr>
          <p:cNvSpPr>
            <a:spLocks xmlns:a="http://schemas.openxmlformats.org/drawingml/2006/main" noGrp="1"/>
          </p:cNvSpPr>
          <p:nvPr/>
        </p:nvSpPr>
        <p:spPr>
          <a:xfrm xmlns:a="http://schemas.openxmlformats.org/drawingml/2006/main">
            <a:off x="3095625" y="4310063"/>
            <a:ext cx="285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364"/>
              </a:lnSpc>
              <a:buNone/>
            </a:pPr>
            <a:r>
              <a:rPr sz="1069" b="1">
                <a:solidFill>
                  <a:srgbClr val="00A67E">
                    <a:alpha val="99000"/>
                  </a:srgbClr>
                </a:solidFill>
                <a:latin typeface="Space Grotesk"/>
                <a:ea typeface="Space Grotesk"/>
                <a:cs typeface="Space Grotesk"/>
              </a:rPr>
              <a:t>→</a:t>
            </a:r>
            <a:endParaRPr sz="1069"/>
          </a:p>
        </p:txBody>
      </p:sp>
      <p:sp>
        <p:nvSpPr>
          <p:cNvPr id="26" name="Text 23">
            <a:extLst xmlns:a="http://schemas.openxmlformats.org/drawingml/2006/main">
              <a:ext uri="{FF2B5EF4-FFF2-40B4-BE49-F238E27FC236}">
                <a16:creationId xmlns:a16="http://schemas.microsoft.com/office/drawing/2014/main" id="{7D6B7FF1-CE6E-432F-A97A-C50155A72AD8}"/>
              </a:ext>
            </a:extLst>
          </p:cNvPr>
          <p:cNvSpPr>
            <a:spLocks xmlns:a="http://schemas.openxmlformats.org/drawingml/2006/main" noGrp="1"/>
          </p:cNvSpPr>
          <p:nvPr/>
        </p:nvSpPr>
        <p:spPr>
          <a:xfrm xmlns:a="http://schemas.openxmlformats.org/drawingml/2006/main">
            <a:off x="3476625" y="4343400"/>
            <a:ext cx="10477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FFFFFF">
                    <a:alpha val="99000"/>
                  </a:srgbClr>
                </a:solidFill>
                <a:latin typeface="Inter"/>
                <a:ea typeface="Inter"/>
                <a:cs typeface="Inter"/>
              </a:rPr>
              <a:t>ĐÃ ĐÓNG</a:t>
            </a:r>
            <a:endParaRPr sz="819"/>
          </a:p>
        </p:txBody>
      </p:sp>
      <p:sp>
        <p:nvSpPr>
          <p:cNvPr id="27" name="Text 24">
            <a:extLst xmlns:a="http://schemas.openxmlformats.org/drawingml/2006/main">
              <a:ext uri="{FF2B5EF4-FFF2-40B4-BE49-F238E27FC236}">
                <a16:creationId xmlns:a16="http://schemas.microsoft.com/office/drawing/2014/main" id="{F4255D13-F535-48EF-AFCD-1D7B3B1D13D4}"/>
              </a:ext>
            </a:extLst>
          </p:cNvPr>
          <p:cNvSpPr>
            <a:spLocks xmlns:a="http://schemas.openxmlformats.org/drawingml/2006/main" noGrp="1"/>
          </p:cNvSpPr>
          <p:nvPr/>
        </p:nvSpPr>
        <p:spPr>
          <a:xfrm xmlns:a="http://schemas.openxmlformats.org/drawingml/2006/main">
            <a:off x="4619625" y="4310063"/>
            <a:ext cx="285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364"/>
              </a:lnSpc>
              <a:buNone/>
            </a:pPr>
            <a:r>
              <a:rPr sz="1069" b="1">
                <a:solidFill>
                  <a:srgbClr val="00A67E">
                    <a:alpha val="99000"/>
                  </a:srgbClr>
                </a:solidFill>
                <a:latin typeface="Space Grotesk"/>
                <a:ea typeface="Space Grotesk"/>
                <a:cs typeface="Space Grotesk"/>
              </a:rPr>
              <a:t>→</a:t>
            </a:r>
            <a:endParaRPr sz="1069"/>
          </a:p>
        </p:txBody>
      </p:sp>
      <p:sp>
        <p:nvSpPr>
          <p:cNvPr id="28" name="Text 25">
            <a:extLst xmlns:a="http://schemas.openxmlformats.org/drawingml/2006/main">
              <a:ext uri="{FF2B5EF4-FFF2-40B4-BE49-F238E27FC236}">
                <a16:creationId xmlns:a16="http://schemas.microsoft.com/office/drawing/2014/main" id="{94C9B310-C130-4D2E-8A3B-57FF49F68100}"/>
              </a:ext>
            </a:extLst>
          </p:cNvPr>
          <p:cNvSpPr>
            <a:spLocks xmlns:a="http://schemas.openxmlformats.org/drawingml/2006/main" noGrp="1"/>
          </p:cNvSpPr>
          <p:nvPr/>
        </p:nvSpPr>
        <p:spPr>
          <a:xfrm xmlns:a="http://schemas.openxmlformats.org/drawingml/2006/main">
            <a:off x="5000625" y="4343400"/>
            <a:ext cx="114300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FFFFFF">
                    <a:alpha val="99000"/>
                  </a:srgbClr>
                </a:solidFill>
                <a:latin typeface="Inter"/>
                <a:ea typeface="Inter"/>
                <a:cs typeface="Inter"/>
              </a:rPr>
              <a:t>ĐANG CHỐT</a:t>
            </a:r>
            <a:endParaRPr sz="819"/>
          </a:p>
        </p:txBody>
      </p:sp>
      <p:sp>
        <p:nvSpPr>
          <p:cNvPr id="29" name="Text 26">
            <a:extLst xmlns:a="http://schemas.openxmlformats.org/drawingml/2006/main">
              <a:ext uri="{FF2B5EF4-FFF2-40B4-BE49-F238E27FC236}">
                <a16:creationId xmlns:a16="http://schemas.microsoft.com/office/drawing/2014/main" id="{98BBDAAF-E04C-42A3-8107-A4AAAA746E12}"/>
              </a:ext>
            </a:extLst>
          </p:cNvPr>
          <p:cNvSpPr>
            <a:spLocks xmlns:a="http://schemas.openxmlformats.org/drawingml/2006/main" noGrp="1"/>
          </p:cNvSpPr>
          <p:nvPr/>
        </p:nvSpPr>
        <p:spPr>
          <a:xfrm xmlns:a="http://schemas.openxmlformats.org/drawingml/2006/main">
            <a:off x="6238875" y="4310063"/>
            <a:ext cx="285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364"/>
              </a:lnSpc>
              <a:buNone/>
            </a:pPr>
            <a:r>
              <a:rPr sz="1069" b="1">
                <a:solidFill>
                  <a:srgbClr val="00A67E">
                    <a:alpha val="99000"/>
                  </a:srgbClr>
                </a:solidFill>
                <a:latin typeface="Space Grotesk"/>
                <a:ea typeface="Space Grotesk"/>
                <a:cs typeface="Space Grotesk"/>
              </a:rPr>
              <a:t>→</a:t>
            </a:r>
            <a:endParaRPr sz="1069"/>
          </a:p>
        </p:txBody>
      </p:sp>
      <p:sp>
        <p:nvSpPr>
          <p:cNvPr id="30" name="Text 27">
            <a:extLst xmlns:a="http://schemas.openxmlformats.org/drawingml/2006/main">
              <a:ext uri="{FF2B5EF4-FFF2-40B4-BE49-F238E27FC236}">
                <a16:creationId xmlns:a16="http://schemas.microsoft.com/office/drawing/2014/main" id="{A69B034C-4C3D-4D18-BBC2-CEA494EF4A18}"/>
              </a:ext>
            </a:extLst>
          </p:cNvPr>
          <p:cNvSpPr>
            <a:spLocks xmlns:a="http://schemas.openxmlformats.org/drawingml/2006/main" noGrp="1"/>
          </p:cNvSpPr>
          <p:nvPr/>
        </p:nvSpPr>
        <p:spPr>
          <a:xfrm xmlns:a="http://schemas.openxmlformats.org/drawingml/2006/main">
            <a:off x="6619875" y="4343400"/>
            <a:ext cx="10477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FFFFFF">
                    <a:alpha val="99000"/>
                  </a:srgbClr>
                </a:solidFill>
                <a:latin typeface="Inter"/>
                <a:ea typeface="Inter"/>
                <a:cs typeface="Inter"/>
              </a:rPr>
              <a:t>ĐÃ CHỐT</a:t>
            </a:r>
            <a:endParaRPr sz="819"/>
          </a:p>
        </p:txBody>
      </p:sp>
      <p:sp>
        <p:nvSpPr>
          <p:cNvPr id="31" name="Text 28">
            <a:extLst xmlns:a="http://schemas.openxmlformats.org/drawingml/2006/main">
              <a:ext uri="{FF2B5EF4-FFF2-40B4-BE49-F238E27FC236}">
                <a16:creationId xmlns:a16="http://schemas.microsoft.com/office/drawing/2014/main" id="{CB4DDFA4-9C95-496D-8A7F-41207EBD4FE3}"/>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FFFFFF">
                    <a:alpha val="99000"/>
                  </a:srgbClr>
                </a:solidFill>
                <a:latin typeface="Inter"/>
                <a:ea typeface="Inter"/>
                <a:cs typeface="Inter"/>
              </a:rPr>
              <a:t>06</a:t>
            </a:r>
            <a:endParaRPr sz="748"/>
          </a:p>
        </p:txBody>
      </p:sp>
      <p:sp>
        <p:nvSpPr>
          <p:cNvPr id="32" name="Shape 29">
            <a:extLst xmlns:a="http://schemas.openxmlformats.org/drawingml/2006/main">
              <a:ext uri="{FF2B5EF4-FFF2-40B4-BE49-F238E27FC236}">
                <a16:creationId xmlns:a16="http://schemas.microsoft.com/office/drawing/2014/main" id="{A55B6D1D-C841-4423-BA3B-808037043218}"/>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0A67E"/>
          </a:solidFill>
        </p:spPr>
      </p:sp>
    </p:spTree>
    <p:extLst>
      <p:ext uri="{BB962C8B-B14F-4D97-AF65-F5344CB8AC3E}">
        <p14:creationId xmlns:p14="http://schemas.microsoft.com/office/powerpoint/2010/main" val="324180653"/>
      </p:ext>
    </p:extLst>
  </p:cSld>
</p:sld>
</file>

<file path=ppt/slides/slide7.xml><?xml version="1.0" encoding="utf-8"?>
<p:sld xmlns:p="http://schemas.openxmlformats.org/presentationml/2006/main">
  <p:cSld>
    <p:bg>
      <p:bgPr>
        <a:solidFill xmlns:a="http://schemas.openxmlformats.org/drawingml/2006/main">
          <a:srgbClr val="FBE6D5"/>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330ED7E9-C512-415F-A0D3-58DFED39C768}"/>
              </a:ext>
            </a:extLst>
          </p:cNvPr>
          <p:cNvSpPr>
            <a:spLocks xmlns:a="http://schemas.openxmlformats.org/drawingml/2006/main" noGrp="1"/>
          </p:cNvSpPr>
          <p:nvPr/>
        </p:nvSpPr>
        <p:spPr>
          <a:xfrm xmlns:a="http://schemas.openxmlformats.org/drawingml/2006/main">
            <a:off x="523875" y="314325"/>
            <a:ext cx="381000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5A615F">
                    <a:alpha val="99000"/>
                  </a:srgbClr>
                </a:solidFill>
                <a:latin typeface="Inter"/>
                <a:ea typeface="Inter"/>
                <a:cs typeface="Inter"/>
              </a:rPr>
              <a:t>06  ·  NGOẠI LỆ</a:t>
            </a:r>
            <a:endParaRPr sz="819"/>
          </a:p>
        </p:txBody>
      </p:sp>
      <p:sp>
        <p:nvSpPr>
          <p:cNvPr id="4" name="Text 1">
            <a:extLst xmlns:a="http://schemas.openxmlformats.org/drawingml/2006/main">
              <a:ext uri="{FF2B5EF4-FFF2-40B4-BE49-F238E27FC236}">
                <a16:creationId xmlns:a16="http://schemas.microsoft.com/office/drawing/2014/main" id="{66BE13F5-D84E-4119-8F14-65D3DA14908E}"/>
              </a:ext>
            </a:extLst>
          </p:cNvPr>
          <p:cNvSpPr>
            <a:spLocks xmlns:a="http://schemas.openxmlformats.org/drawingml/2006/main" noGrp="1"/>
          </p:cNvSpPr>
          <p:nvPr/>
        </p:nvSpPr>
        <p:spPr>
          <a:xfrm xmlns:a="http://schemas.openxmlformats.org/drawingml/2006/main">
            <a:off x="523875" y="547688"/>
            <a:ext cx="633412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708" b="1">
                <a:solidFill>
                  <a:srgbClr val="0B2235">
                    <a:alpha val="99000"/>
                  </a:srgbClr>
                </a:solidFill>
                <a:latin typeface="Inter"/>
                <a:ea typeface="Inter"/>
                <a:cs typeface="Inter"/>
              </a:rPr>
              <a:t>Ngoại lệ đi qua luồng riêng,</a:t>
            </a:r>
          </a:p>
          <a:p xmlns:a="http://schemas.openxmlformats.org/drawingml/2006/main">
            <a:pPr marL="0" algn="l"/>
            <a:r>
              <a:rPr sz="2708" b="1">
                <a:solidFill>
                  <a:srgbClr val="0B2235">
                    <a:alpha val="99000"/>
                  </a:srgbClr>
                </a:solidFill>
                <a:latin typeface="Inter"/>
                <a:ea typeface="Inter"/>
                <a:cs typeface="Inter"/>
              </a:rPr>
              <a:t>không sửa lịch sử</a:t>
            </a:r>
          </a:p>
        </p:txBody>
      </p:sp>
      <p:sp>
        <p:nvSpPr>
          <p:cNvPr id="5" name="Shape 2">
            <a:extLst xmlns:a="http://schemas.openxmlformats.org/drawingml/2006/main">
              <a:ext uri="{FF2B5EF4-FFF2-40B4-BE49-F238E27FC236}">
                <a16:creationId xmlns:a16="http://schemas.microsoft.com/office/drawing/2014/main" id="{E6B83356-685A-4837-A5CA-D5B3FF2AD217}"/>
              </a:ext>
            </a:extLst>
          </p:cNvPr>
          <p:cNvSpPr>
            <a:spLocks xmlns:a="http://schemas.openxmlformats.org/drawingml/2006/main" noGrp="1"/>
          </p:cNvSpPr>
          <p:nvPr/>
        </p:nvSpPr>
        <p:spPr>
          <a:xfrm xmlns:a="http://schemas.openxmlformats.org/drawingml/2006/main">
            <a:off x="7524750" y="-571500"/>
            <a:ext cx="2381250" cy="2381250"/>
          </a:xfrm>
          <a:prstGeom xmlns:a="http://schemas.openxmlformats.org/drawingml/2006/main" prst="ellipse">
            <a:avLst/>
          </a:prstGeom>
          <a:solidFill xmlns:a="http://schemas.openxmlformats.org/drawingml/2006/main">
            <a:srgbClr val="FF4D3D"/>
          </a:solidFill>
        </p:spPr>
      </p:sp>
      <p:sp>
        <p:nvSpPr>
          <p:cNvPr id="6" name="Text 3">
            <a:extLst xmlns:a="http://schemas.openxmlformats.org/drawingml/2006/main">
              <a:ext uri="{FF2B5EF4-FFF2-40B4-BE49-F238E27FC236}">
                <a16:creationId xmlns:a16="http://schemas.microsoft.com/office/drawing/2014/main" id="{B4DE3A6E-E026-446A-8873-8F5EFB7E76E1}"/>
              </a:ext>
            </a:extLst>
          </p:cNvPr>
          <p:cNvSpPr>
            <a:spLocks xmlns:a="http://schemas.openxmlformats.org/drawingml/2006/main" noGrp="1"/>
          </p:cNvSpPr>
          <p:nvPr/>
        </p:nvSpPr>
        <p:spPr>
          <a:xfrm xmlns:a="http://schemas.openxmlformats.org/drawingml/2006/main">
            <a:off x="523875" y="1762125"/>
            <a:ext cx="28575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46"/>
              </a:lnSpc>
              <a:buNone/>
            </a:pPr>
            <a:r>
              <a:rPr sz="1211" b="1">
                <a:solidFill>
                  <a:srgbClr val="0B2235">
                    <a:alpha val="99000"/>
                  </a:srgbClr>
                </a:solidFill>
                <a:latin typeface="Space Grotesk"/>
                <a:ea typeface="Space Grotesk"/>
                <a:cs typeface="Space Grotesk"/>
              </a:rPr>
              <a:t>ĐƠN BỔ SUNG</a:t>
            </a:r>
            <a:endParaRPr sz="1211"/>
          </a:p>
        </p:txBody>
      </p:sp>
      <p:sp>
        <p:nvSpPr>
          <p:cNvPr id="7" name="Text 4">
            <a:extLst xmlns:a="http://schemas.openxmlformats.org/drawingml/2006/main">
              <a:ext uri="{FF2B5EF4-FFF2-40B4-BE49-F238E27FC236}">
                <a16:creationId xmlns:a16="http://schemas.microsoft.com/office/drawing/2014/main" id="{9BDCBB39-54C8-46FA-AC7A-E3E275D7C3A2}"/>
              </a:ext>
            </a:extLst>
          </p:cNvPr>
          <p:cNvSpPr>
            <a:spLocks xmlns:a="http://schemas.openxmlformats.org/drawingml/2006/main" noGrp="1"/>
          </p:cNvSpPr>
          <p:nvPr/>
        </p:nvSpPr>
        <p:spPr>
          <a:xfrm xmlns:a="http://schemas.openxmlformats.org/drawingml/2006/main">
            <a:off x="523875" y="2166938"/>
            <a:ext cx="452438" cy="3333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637"/>
              </a:lnSpc>
              <a:buNone/>
            </a:pPr>
            <a:r>
              <a:rPr sz="2066" b="1">
                <a:solidFill>
                  <a:srgbClr val="00A67E">
                    <a:alpha val="99000"/>
                  </a:srgbClr>
                </a:solidFill>
                <a:latin typeface="Space Grotesk"/>
                <a:ea typeface="Space Grotesk"/>
                <a:cs typeface="Space Grotesk"/>
              </a:rPr>
              <a:t>01</a:t>
            </a:r>
            <a:endParaRPr sz="2066"/>
          </a:p>
        </p:txBody>
      </p:sp>
      <p:sp>
        <p:nvSpPr>
          <p:cNvPr id="8" name="Text 5">
            <a:extLst xmlns:a="http://schemas.openxmlformats.org/drawingml/2006/main">
              <a:ext uri="{FF2B5EF4-FFF2-40B4-BE49-F238E27FC236}">
                <a16:creationId xmlns:a16="http://schemas.microsoft.com/office/drawing/2014/main" id="{1AA8B4E6-0F7C-47EB-9344-D96CCFA9A87B}"/>
              </a:ext>
            </a:extLst>
          </p:cNvPr>
          <p:cNvSpPr>
            <a:spLocks xmlns:a="http://schemas.openxmlformats.org/drawingml/2006/main" noGrp="1"/>
          </p:cNvSpPr>
          <p:nvPr/>
        </p:nvSpPr>
        <p:spPr>
          <a:xfrm xmlns:a="http://schemas.openxmlformats.org/drawingml/2006/main">
            <a:off x="1047750" y="2214563"/>
            <a:ext cx="12382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b="1">
                <a:solidFill>
                  <a:srgbClr val="111315">
                    <a:alpha val="99000"/>
                  </a:srgbClr>
                </a:solidFill>
                <a:latin typeface="Inter"/>
                <a:ea typeface="Inter"/>
                <a:cs typeface="Inter"/>
              </a:rPr>
              <a:t>Ghi lý do</a:t>
            </a:r>
            <a:endParaRPr sz="998"/>
          </a:p>
        </p:txBody>
      </p:sp>
      <p:sp>
        <p:nvSpPr>
          <p:cNvPr id="9" name="Text 6">
            <a:extLst xmlns:a="http://schemas.openxmlformats.org/drawingml/2006/main">
              <a:ext uri="{FF2B5EF4-FFF2-40B4-BE49-F238E27FC236}">
                <a16:creationId xmlns:a16="http://schemas.microsoft.com/office/drawing/2014/main" id="{894C4A20-F9FB-4B10-B751-021EE72BD316}"/>
              </a:ext>
            </a:extLst>
          </p:cNvPr>
          <p:cNvSpPr>
            <a:spLocks xmlns:a="http://schemas.openxmlformats.org/drawingml/2006/main" noGrp="1"/>
          </p:cNvSpPr>
          <p:nvPr/>
        </p:nvSpPr>
        <p:spPr>
          <a:xfrm xmlns:a="http://schemas.openxmlformats.org/drawingml/2006/main">
            <a:off x="523875" y="2690813"/>
            <a:ext cx="452438" cy="3333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637"/>
              </a:lnSpc>
              <a:buNone/>
            </a:pPr>
            <a:r>
              <a:rPr sz="2066" b="1">
                <a:solidFill>
                  <a:srgbClr val="00A67E">
                    <a:alpha val="99000"/>
                  </a:srgbClr>
                </a:solidFill>
                <a:latin typeface="Space Grotesk"/>
                <a:ea typeface="Space Grotesk"/>
                <a:cs typeface="Space Grotesk"/>
              </a:rPr>
              <a:t>02</a:t>
            </a:r>
            <a:endParaRPr sz="2066"/>
          </a:p>
        </p:txBody>
      </p:sp>
      <p:sp>
        <p:nvSpPr>
          <p:cNvPr id="10" name="Text 7">
            <a:extLst xmlns:a="http://schemas.openxmlformats.org/drawingml/2006/main">
              <a:ext uri="{FF2B5EF4-FFF2-40B4-BE49-F238E27FC236}">
                <a16:creationId xmlns:a16="http://schemas.microsoft.com/office/drawing/2014/main" id="{92CE5271-9526-45FB-AE4D-2070DB04BAEA}"/>
              </a:ext>
            </a:extLst>
          </p:cNvPr>
          <p:cNvSpPr>
            <a:spLocks xmlns:a="http://schemas.openxmlformats.org/drawingml/2006/main" noGrp="1"/>
          </p:cNvSpPr>
          <p:nvPr/>
        </p:nvSpPr>
        <p:spPr>
          <a:xfrm xmlns:a="http://schemas.openxmlformats.org/drawingml/2006/main">
            <a:off x="1047750" y="2738438"/>
            <a:ext cx="16192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b="1">
                <a:solidFill>
                  <a:srgbClr val="111315">
                    <a:alpha val="99000"/>
                  </a:srgbClr>
                </a:solidFill>
                <a:latin typeface="Inter"/>
                <a:ea typeface="Inter"/>
                <a:cs typeface="Inter"/>
              </a:rPr>
              <a:t>Chờ quản lý duyệt</a:t>
            </a:r>
            <a:endParaRPr sz="998"/>
          </a:p>
        </p:txBody>
      </p:sp>
      <p:sp>
        <p:nvSpPr>
          <p:cNvPr id="11" name="Text 8">
            <a:extLst xmlns:a="http://schemas.openxmlformats.org/drawingml/2006/main">
              <a:ext uri="{FF2B5EF4-FFF2-40B4-BE49-F238E27FC236}">
                <a16:creationId xmlns:a16="http://schemas.microsoft.com/office/drawing/2014/main" id="{EFC4B305-A585-43A8-B412-4AA3582C5697}"/>
              </a:ext>
            </a:extLst>
          </p:cNvPr>
          <p:cNvSpPr>
            <a:spLocks xmlns:a="http://schemas.openxmlformats.org/drawingml/2006/main" noGrp="1"/>
          </p:cNvSpPr>
          <p:nvPr/>
        </p:nvSpPr>
        <p:spPr>
          <a:xfrm xmlns:a="http://schemas.openxmlformats.org/drawingml/2006/main">
            <a:off x="523875" y="3214688"/>
            <a:ext cx="452438" cy="3333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637"/>
              </a:lnSpc>
              <a:buNone/>
            </a:pPr>
            <a:r>
              <a:rPr sz="2066" b="1">
                <a:solidFill>
                  <a:srgbClr val="00A67E">
                    <a:alpha val="99000"/>
                  </a:srgbClr>
                </a:solidFill>
                <a:latin typeface="Space Grotesk"/>
                <a:ea typeface="Space Grotesk"/>
                <a:cs typeface="Space Grotesk"/>
              </a:rPr>
              <a:t>03</a:t>
            </a:r>
            <a:endParaRPr sz="2066"/>
          </a:p>
        </p:txBody>
      </p:sp>
      <p:sp>
        <p:nvSpPr>
          <p:cNvPr id="12" name="Text 9">
            <a:extLst xmlns:a="http://schemas.openxmlformats.org/drawingml/2006/main">
              <a:ext uri="{FF2B5EF4-FFF2-40B4-BE49-F238E27FC236}">
                <a16:creationId xmlns:a16="http://schemas.microsoft.com/office/drawing/2014/main" id="{D231DB48-6199-4A58-966E-78A60E0A3DD7}"/>
              </a:ext>
            </a:extLst>
          </p:cNvPr>
          <p:cNvSpPr>
            <a:spLocks xmlns:a="http://schemas.openxmlformats.org/drawingml/2006/main" noGrp="1"/>
          </p:cNvSpPr>
          <p:nvPr/>
        </p:nvSpPr>
        <p:spPr>
          <a:xfrm xmlns:a="http://schemas.openxmlformats.org/drawingml/2006/main">
            <a:off x="1047750" y="3262313"/>
            <a:ext cx="22860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b="1">
                <a:solidFill>
                  <a:srgbClr val="111315">
                    <a:alpha val="99000"/>
                  </a:srgbClr>
                </a:solidFill>
                <a:latin typeface="Inter"/>
                <a:ea typeface="Inter"/>
                <a:cs typeface="Inter"/>
              </a:rPr>
              <a:t>Hạn mặc định: 5 ngày sau đóng</a:t>
            </a:r>
            <a:endParaRPr sz="998"/>
          </a:p>
        </p:txBody>
      </p:sp>
      <p:sp>
        <p:nvSpPr>
          <p:cNvPr id="13" name="Shape 10">
            <a:extLst xmlns:a="http://schemas.openxmlformats.org/drawingml/2006/main">
              <a:ext uri="{FF2B5EF4-FFF2-40B4-BE49-F238E27FC236}">
                <a16:creationId xmlns:a16="http://schemas.microsoft.com/office/drawing/2014/main" id="{CA9CABDE-28E9-499B-A147-53A0DAF869EC}"/>
              </a:ext>
            </a:extLst>
          </p:cNvPr>
          <p:cNvSpPr>
            <a:spLocks xmlns:a="http://schemas.openxmlformats.org/drawingml/2006/main" noGrp="1"/>
          </p:cNvSpPr>
          <p:nvPr/>
        </p:nvSpPr>
        <p:spPr>
          <a:xfrm xmlns:a="http://schemas.openxmlformats.org/drawingml/2006/main">
            <a:off x="3833812" y="1690688"/>
            <a:ext cx="14288" cy="2047875"/>
          </a:xfrm>
          <a:prstGeom xmlns:a="http://schemas.openxmlformats.org/drawingml/2006/main" prst="rect">
            <a:avLst/>
          </a:prstGeom>
          <a:solidFill xmlns:a="http://schemas.openxmlformats.org/drawingml/2006/main">
            <a:srgbClr val="0B2235"/>
          </a:solidFill>
        </p:spPr>
      </p:sp>
      <p:sp>
        <p:nvSpPr>
          <p:cNvPr id="14" name="Text 11">
            <a:extLst xmlns:a="http://schemas.openxmlformats.org/drawingml/2006/main">
              <a:ext uri="{FF2B5EF4-FFF2-40B4-BE49-F238E27FC236}">
                <a16:creationId xmlns:a16="http://schemas.microsoft.com/office/drawing/2014/main" id="{133D0B5A-1A9F-4AFE-8A07-87BDBCB02D6E}"/>
              </a:ext>
            </a:extLst>
          </p:cNvPr>
          <p:cNvSpPr>
            <a:spLocks xmlns:a="http://schemas.openxmlformats.org/drawingml/2006/main" noGrp="1"/>
          </p:cNvSpPr>
          <p:nvPr/>
        </p:nvSpPr>
        <p:spPr>
          <a:xfrm xmlns:a="http://schemas.openxmlformats.org/drawingml/2006/main">
            <a:off x="4286250" y="1762125"/>
            <a:ext cx="34290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46"/>
              </a:lnSpc>
              <a:buNone/>
            </a:pPr>
            <a:r>
              <a:rPr sz="1211" b="1">
                <a:solidFill>
                  <a:srgbClr val="0B2235">
                    <a:alpha val="99000"/>
                  </a:srgbClr>
                </a:solidFill>
                <a:latin typeface="Space Grotesk"/>
                <a:ea typeface="Space Grotesk"/>
                <a:cs typeface="Space Grotesk"/>
              </a:rPr>
              <a:t>ĐIỀU CHỈNH SAU CHỐT</a:t>
            </a:r>
            <a:endParaRPr sz="1211"/>
          </a:p>
        </p:txBody>
      </p:sp>
      <p:sp>
        <p:nvSpPr>
          <p:cNvPr id="15" name="Text 12">
            <a:extLst xmlns:a="http://schemas.openxmlformats.org/drawingml/2006/main">
              <a:ext uri="{FF2B5EF4-FFF2-40B4-BE49-F238E27FC236}">
                <a16:creationId xmlns:a16="http://schemas.microsoft.com/office/drawing/2014/main" id="{98B400EC-70C4-4B28-A612-8B880E90FD6A}"/>
              </a:ext>
            </a:extLst>
          </p:cNvPr>
          <p:cNvSpPr>
            <a:spLocks xmlns:a="http://schemas.openxmlformats.org/drawingml/2006/main" noGrp="1"/>
          </p:cNvSpPr>
          <p:nvPr/>
        </p:nvSpPr>
        <p:spPr>
          <a:xfrm xmlns:a="http://schemas.openxmlformats.org/drawingml/2006/main">
            <a:off x="4286250" y="2166938"/>
            <a:ext cx="452438" cy="3333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637"/>
              </a:lnSpc>
              <a:buNone/>
            </a:pPr>
            <a:r>
              <a:rPr sz="2066" b="1">
                <a:solidFill>
                  <a:srgbClr val="FF4D3D">
                    <a:alpha val="99000"/>
                  </a:srgbClr>
                </a:solidFill>
                <a:latin typeface="Space Grotesk"/>
                <a:ea typeface="Space Grotesk"/>
                <a:cs typeface="Space Grotesk"/>
              </a:rPr>
              <a:t>01</a:t>
            </a:r>
            <a:endParaRPr sz="2066"/>
          </a:p>
        </p:txBody>
      </p:sp>
      <p:sp>
        <p:nvSpPr>
          <p:cNvPr id="16" name="Text 13">
            <a:extLst xmlns:a="http://schemas.openxmlformats.org/drawingml/2006/main">
              <a:ext uri="{FF2B5EF4-FFF2-40B4-BE49-F238E27FC236}">
                <a16:creationId xmlns:a16="http://schemas.microsoft.com/office/drawing/2014/main" id="{8521CAE0-B33A-42E1-8AD3-7F0C74942269}"/>
              </a:ext>
            </a:extLst>
          </p:cNvPr>
          <p:cNvSpPr>
            <a:spLocks xmlns:a="http://schemas.openxmlformats.org/drawingml/2006/main" noGrp="1"/>
          </p:cNvSpPr>
          <p:nvPr/>
        </p:nvSpPr>
        <p:spPr>
          <a:xfrm xmlns:a="http://schemas.openxmlformats.org/drawingml/2006/main">
            <a:off x="4810125" y="2214563"/>
            <a:ext cx="28575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b="1">
                <a:solidFill>
                  <a:srgbClr val="111315">
                    <a:alpha val="99000"/>
                  </a:srgbClr>
                </a:solidFill>
                <a:latin typeface="Inter"/>
                <a:ea typeface="Inter"/>
                <a:cs typeface="Inter"/>
              </a:rPr>
              <a:t>Quản lý gửi yêu cầu có lý do</a:t>
            </a:r>
            <a:endParaRPr sz="998"/>
          </a:p>
        </p:txBody>
      </p:sp>
      <p:sp>
        <p:nvSpPr>
          <p:cNvPr id="17" name="Text 14">
            <a:extLst xmlns:a="http://schemas.openxmlformats.org/drawingml/2006/main">
              <a:ext uri="{FF2B5EF4-FFF2-40B4-BE49-F238E27FC236}">
                <a16:creationId xmlns:a16="http://schemas.microsoft.com/office/drawing/2014/main" id="{7C659E3A-746C-41E2-B8C1-BC7E2AE1A125}"/>
              </a:ext>
            </a:extLst>
          </p:cNvPr>
          <p:cNvSpPr>
            <a:spLocks xmlns:a="http://schemas.openxmlformats.org/drawingml/2006/main" noGrp="1"/>
          </p:cNvSpPr>
          <p:nvPr/>
        </p:nvSpPr>
        <p:spPr>
          <a:xfrm xmlns:a="http://schemas.openxmlformats.org/drawingml/2006/main">
            <a:off x="4286250" y="2690813"/>
            <a:ext cx="452438" cy="3333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637"/>
              </a:lnSpc>
              <a:buNone/>
            </a:pPr>
            <a:r>
              <a:rPr sz="2066" b="1">
                <a:solidFill>
                  <a:srgbClr val="FF4D3D">
                    <a:alpha val="99000"/>
                  </a:srgbClr>
                </a:solidFill>
                <a:latin typeface="Space Grotesk"/>
                <a:ea typeface="Space Grotesk"/>
                <a:cs typeface="Space Grotesk"/>
              </a:rPr>
              <a:t>02</a:t>
            </a:r>
            <a:endParaRPr sz="2066"/>
          </a:p>
        </p:txBody>
      </p:sp>
      <p:sp>
        <p:nvSpPr>
          <p:cNvPr id="18" name="Text 15">
            <a:extLst xmlns:a="http://schemas.openxmlformats.org/drawingml/2006/main">
              <a:ext uri="{FF2B5EF4-FFF2-40B4-BE49-F238E27FC236}">
                <a16:creationId xmlns:a16="http://schemas.microsoft.com/office/drawing/2014/main" id="{87F09ACA-A156-4D57-9BC9-56017A587FD8}"/>
              </a:ext>
            </a:extLst>
          </p:cNvPr>
          <p:cNvSpPr>
            <a:spLocks xmlns:a="http://schemas.openxmlformats.org/drawingml/2006/main" noGrp="1"/>
          </p:cNvSpPr>
          <p:nvPr/>
        </p:nvSpPr>
        <p:spPr>
          <a:xfrm xmlns:a="http://schemas.openxmlformats.org/drawingml/2006/main">
            <a:off x="4810125" y="2738438"/>
            <a:ext cx="28575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b="1">
                <a:solidFill>
                  <a:srgbClr val="111315">
                    <a:alpha val="99000"/>
                  </a:srgbClr>
                </a:solidFill>
                <a:latin typeface="Inter"/>
                <a:ea typeface="Inter"/>
                <a:cs typeface="Inter"/>
              </a:rPr>
              <a:t>Một quản lý khác xác nhận</a:t>
            </a:r>
            <a:endParaRPr sz="998"/>
          </a:p>
        </p:txBody>
      </p:sp>
      <p:sp>
        <p:nvSpPr>
          <p:cNvPr id="19" name="Text 16">
            <a:extLst xmlns:a="http://schemas.openxmlformats.org/drawingml/2006/main">
              <a:ext uri="{FF2B5EF4-FFF2-40B4-BE49-F238E27FC236}">
                <a16:creationId xmlns:a16="http://schemas.microsoft.com/office/drawing/2014/main" id="{2FC31652-6A7E-44C2-B7A9-22DD64752CEA}"/>
              </a:ext>
            </a:extLst>
          </p:cNvPr>
          <p:cNvSpPr>
            <a:spLocks xmlns:a="http://schemas.openxmlformats.org/drawingml/2006/main" noGrp="1"/>
          </p:cNvSpPr>
          <p:nvPr/>
        </p:nvSpPr>
        <p:spPr>
          <a:xfrm xmlns:a="http://schemas.openxmlformats.org/drawingml/2006/main">
            <a:off x="4286250" y="3214688"/>
            <a:ext cx="452438" cy="3333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637"/>
              </a:lnSpc>
              <a:buNone/>
            </a:pPr>
            <a:r>
              <a:rPr sz="2066" b="1">
                <a:solidFill>
                  <a:srgbClr val="FF4D3D">
                    <a:alpha val="99000"/>
                  </a:srgbClr>
                </a:solidFill>
                <a:latin typeface="Space Grotesk"/>
                <a:ea typeface="Space Grotesk"/>
                <a:cs typeface="Space Grotesk"/>
              </a:rPr>
              <a:t>03</a:t>
            </a:r>
            <a:endParaRPr sz="2066"/>
          </a:p>
        </p:txBody>
      </p:sp>
      <p:sp>
        <p:nvSpPr>
          <p:cNvPr id="20" name="Text 17">
            <a:extLst xmlns:a="http://schemas.openxmlformats.org/drawingml/2006/main">
              <a:ext uri="{FF2B5EF4-FFF2-40B4-BE49-F238E27FC236}">
                <a16:creationId xmlns:a16="http://schemas.microsoft.com/office/drawing/2014/main" id="{E9D19425-6C3C-41DC-9174-3EB46223E6B0}"/>
              </a:ext>
            </a:extLst>
          </p:cNvPr>
          <p:cNvSpPr>
            <a:spLocks xmlns:a="http://schemas.openxmlformats.org/drawingml/2006/main" noGrp="1"/>
          </p:cNvSpPr>
          <p:nvPr/>
        </p:nvSpPr>
        <p:spPr>
          <a:xfrm xmlns:a="http://schemas.openxmlformats.org/drawingml/2006/main">
            <a:off x="4810125" y="3262313"/>
            <a:ext cx="28575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b="1">
                <a:solidFill>
                  <a:srgbClr val="111315">
                    <a:alpha val="99000"/>
                  </a:srgbClr>
                </a:solidFill>
                <a:latin typeface="Inter"/>
                <a:ea typeface="Inter"/>
                <a:cs typeface="Inter"/>
              </a:rPr>
              <a:t>Tạo bản chốt mới, giữ bản cũ</a:t>
            </a:r>
            <a:endParaRPr sz="998"/>
          </a:p>
        </p:txBody>
      </p:sp>
      <p:sp>
        <p:nvSpPr>
          <p:cNvPr id="21" name="Shape 18">
            <a:extLst xmlns:a="http://schemas.openxmlformats.org/drawingml/2006/main">
              <a:ext uri="{FF2B5EF4-FFF2-40B4-BE49-F238E27FC236}">
                <a16:creationId xmlns:a16="http://schemas.microsoft.com/office/drawing/2014/main" id="{3C8C5F66-1C89-4CF9-B1B4-3FD506691C2F}"/>
              </a:ext>
            </a:extLst>
          </p:cNvPr>
          <p:cNvSpPr>
            <a:spLocks xmlns:a="http://schemas.openxmlformats.org/drawingml/2006/main" noGrp="1"/>
          </p:cNvSpPr>
          <p:nvPr/>
        </p:nvSpPr>
        <p:spPr>
          <a:xfrm xmlns:a="http://schemas.openxmlformats.org/drawingml/2006/main">
            <a:off x="0" y="4024313"/>
            <a:ext cx="9144000" cy="1119188"/>
          </a:xfrm>
          <a:prstGeom xmlns:a="http://schemas.openxmlformats.org/drawingml/2006/main" prst="rect">
            <a:avLst/>
          </a:prstGeom>
          <a:solidFill xmlns:a="http://schemas.openxmlformats.org/drawingml/2006/main">
            <a:srgbClr val="111315"/>
          </a:solidFill>
        </p:spPr>
      </p:sp>
      <p:sp>
        <p:nvSpPr>
          <p:cNvPr id="22" name="Text 19">
            <a:extLst xmlns:a="http://schemas.openxmlformats.org/drawingml/2006/main">
              <a:ext uri="{FF2B5EF4-FFF2-40B4-BE49-F238E27FC236}">
                <a16:creationId xmlns:a16="http://schemas.microsoft.com/office/drawing/2014/main" id="{3C2300EA-E794-4E73-B354-96AA4B21629A}"/>
              </a:ext>
            </a:extLst>
          </p:cNvPr>
          <p:cNvSpPr>
            <a:spLocks xmlns:a="http://schemas.openxmlformats.org/drawingml/2006/main" noGrp="1"/>
          </p:cNvSpPr>
          <p:nvPr/>
        </p:nvSpPr>
        <p:spPr>
          <a:xfrm xmlns:a="http://schemas.openxmlformats.org/drawingml/2006/main">
            <a:off x="523875" y="4248150"/>
            <a:ext cx="428625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73"/>
              </a:lnSpc>
              <a:buNone/>
            </a:pPr>
            <a:r>
              <a:rPr sz="1389" b="1">
                <a:solidFill>
                  <a:srgbClr val="F7D75C">
                    <a:alpha val="99000"/>
                  </a:srgbClr>
                </a:solidFill>
                <a:latin typeface="Space Grotesk"/>
                <a:ea typeface="Space Grotesk"/>
                <a:cs typeface="Space Grotesk"/>
              </a:rPr>
              <a:t>KHÔNG MỞ LẠI  ·  KHÔNG GHI ĐÈ</a:t>
            </a:r>
            <a:endParaRPr sz="1389"/>
          </a:p>
        </p:txBody>
      </p:sp>
      <p:sp>
        <p:nvSpPr>
          <p:cNvPr id="23" name="Text 20">
            <a:extLst xmlns:a="http://schemas.openxmlformats.org/drawingml/2006/main">
              <a:ext uri="{FF2B5EF4-FFF2-40B4-BE49-F238E27FC236}">
                <a16:creationId xmlns:a16="http://schemas.microsoft.com/office/drawing/2014/main" id="{34C92441-82ED-454D-89C9-D5E85246DEC1}"/>
              </a:ext>
            </a:extLst>
          </p:cNvPr>
          <p:cNvSpPr>
            <a:spLocks xmlns:a="http://schemas.openxmlformats.org/drawingml/2006/main" noGrp="1"/>
          </p:cNvSpPr>
          <p:nvPr/>
        </p:nvSpPr>
        <p:spPr>
          <a:xfrm xmlns:a="http://schemas.openxmlformats.org/drawingml/2006/main">
            <a:off x="523875" y="4572000"/>
            <a:ext cx="47625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78"/>
              </a:lnSpc>
              <a:buNone/>
            </a:pPr>
            <a:r>
              <a:rPr sz="891">
                <a:solidFill>
                  <a:srgbClr val="FFFFFF">
                    <a:alpha val="99000"/>
                  </a:srgbClr>
                </a:solidFill>
                <a:latin typeface="Inter"/>
                <a:ea typeface="Inter"/>
                <a:cs typeface="Inter"/>
              </a:rPr>
              <a:t>Mọi thay đổi quan trọng đều để lại dấu vết kiểm tra.</a:t>
            </a:r>
            <a:endParaRPr sz="891"/>
          </a:p>
        </p:txBody>
      </p:sp>
      <p:sp>
        <p:nvSpPr>
          <p:cNvPr id="24" name="Text 21">
            <a:extLst xmlns:a="http://schemas.openxmlformats.org/drawingml/2006/main">
              <a:ext uri="{FF2B5EF4-FFF2-40B4-BE49-F238E27FC236}">
                <a16:creationId xmlns:a16="http://schemas.microsoft.com/office/drawing/2014/main" id="{F82225EF-7EB2-45C5-BCE2-2E2426AA79B9}"/>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FFFFFF">
                    <a:alpha val="99000"/>
                  </a:srgbClr>
                </a:solidFill>
                <a:latin typeface="Inter"/>
                <a:ea typeface="Inter"/>
                <a:cs typeface="Inter"/>
              </a:rPr>
              <a:t>07</a:t>
            </a:r>
            <a:endParaRPr sz="748"/>
          </a:p>
        </p:txBody>
      </p:sp>
      <p:sp>
        <p:nvSpPr>
          <p:cNvPr id="25" name="Shape 22">
            <a:extLst xmlns:a="http://schemas.openxmlformats.org/drawingml/2006/main">
              <a:ext uri="{FF2B5EF4-FFF2-40B4-BE49-F238E27FC236}">
                <a16:creationId xmlns:a16="http://schemas.microsoft.com/office/drawing/2014/main" id="{ABF5C246-D37F-4C43-AD56-4F5511CB525D}"/>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0A67E"/>
          </a:solidFill>
        </p:spPr>
      </p:sp>
    </p:spTree>
    <p:extLst>
      <p:ext uri="{BB962C8B-B14F-4D97-AF65-F5344CB8AC3E}">
        <p14:creationId xmlns:p14="http://schemas.microsoft.com/office/powerpoint/2010/main" val="928416822"/>
      </p:ext>
    </p:extLst>
  </p:cSld>
</p:sld>
</file>

<file path=ppt/slides/slide8.xml><?xml version="1.0" encoding="utf-8"?>
<p:sld xmlns:p="http://schemas.openxmlformats.org/presentationml/2006/main">
  <p:cSld>
    <p:bg>
      <p:bgPr>
        <a:solidFill xmlns:a="http://schemas.openxmlformats.org/drawingml/2006/main">
          <a:srgbClr val="DFECF1"/>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6FF95B3-DA47-4C01-9A40-9C5519C760F4}"/>
              </a:ext>
            </a:extLst>
          </p:cNvPr>
          <p:cNvSpPr>
            <a:spLocks xmlns:a="http://schemas.openxmlformats.org/drawingml/2006/main" noGrp="1"/>
          </p:cNvSpPr>
          <p:nvPr/>
        </p:nvSpPr>
        <p:spPr>
          <a:xfrm xmlns:a="http://schemas.openxmlformats.org/drawingml/2006/main">
            <a:off x="523875" y="314325"/>
            <a:ext cx="428625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5A615F">
                    <a:alpha val="99000"/>
                  </a:srgbClr>
                </a:solidFill>
                <a:latin typeface="Inter"/>
                <a:ea typeface="Inter"/>
                <a:cs typeface="Inter"/>
              </a:rPr>
              <a:t>07  ·  KIẾN TRÚC</a:t>
            </a:r>
            <a:endParaRPr sz="819"/>
          </a:p>
        </p:txBody>
      </p:sp>
      <p:sp>
        <p:nvSpPr>
          <p:cNvPr id="4" name="Text 1">
            <a:extLst xmlns:a="http://schemas.openxmlformats.org/drawingml/2006/main">
              <a:ext uri="{FF2B5EF4-FFF2-40B4-BE49-F238E27FC236}">
                <a16:creationId xmlns:a16="http://schemas.microsoft.com/office/drawing/2014/main" id="{09DD1C8C-841A-4D33-A83B-C4BB17A3F63B}"/>
              </a:ext>
            </a:extLst>
          </p:cNvPr>
          <p:cNvSpPr>
            <a:spLocks xmlns:a="http://schemas.openxmlformats.org/drawingml/2006/main" noGrp="1"/>
          </p:cNvSpPr>
          <p:nvPr/>
        </p:nvSpPr>
        <p:spPr>
          <a:xfrm xmlns:a="http://schemas.openxmlformats.org/drawingml/2006/main">
            <a:off x="523875" y="533400"/>
            <a:ext cx="4381500"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779" b="1">
                <a:solidFill>
                  <a:srgbClr val="0B2235">
                    <a:alpha val="99000"/>
                  </a:srgbClr>
                </a:solidFill>
                <a:latin typeface="Inter"/>
                <a:ea typeface="Inter"/>
                <a:cs typeface="Inter"/>
              </a:rPr>
              <a:t>Một kiến trúc đủ gọn</a:t>
            </a:r>
          </a:p>
          <a:p xmlns:a="http://schemas.openxmlformats.org/drawingml/2006/main">
            <a:pPr marL="0" algn="l"/>
            <a:r>
              <a:rPr sz="2779" b="1">
                <a:solidFill>
                  <a:srgbClr val="0B2235">
                    <a:alpha val="99000"/>
                  </a:srgbClr>
                </a:solidFill>
                <a:latin typeface="Inter"/>
                <a:ea typeface="Inter"/>
                <a:cs typeface="Inter"/>
              </a:rPr>
              <a:t>để vận hành</a:t>
            </a:r>
          </a:p>
        </p:txBody>
      </p:sp>
      <p:sp>
        <p:nvSpPr>
          <p:cNvPr id="5" name="Shape 2">
            <a:extLst xmlns:a="http://schemas.openxmlformats.org/drawingml/2006/main">
              <a:ext uri="{FF2B5EF4-FFF2-40B4-BE49-F238E27FC236}">
                <a16:creationId xmlns:a16="http://schemas.microsoft.com/office/drawing/2014/main" id="{55779874-298C-4417-AEB9-1E9F94776779}"/>
              </a:ext>
            </a:extLst>
          </p:cNvPr>
          <p:cNvSpPr>
            <a:spLocks xmlns:a="http://schemas.openxmlformats.org/drawingml/2006/main" noGrp="1"/>
          </p:cNvSpPr>
          <p:nvPr/>
        </p:nvSpPr>
        <p:spPr>
          <a:xfrm xmlns:a="http://schemas.openxmlformats.org/drawingml/2006/main">
            <a:off x="7143750" y="-762000"/>
            <a:ext cx="2667000" cy="2667000"/>
          </a:xfrm>
          <a:prstGeom xmlns:a="http://schemas.openxmlformats.org/drawingml/2006/main" prst="ellipse">
            <a:avLst/>
          </a:prstGeom>
          <a:solidFill xmlns:a="http://schemas.openxmlformats.org/drawingml/2006/main">
            <a:srgbClr val="F7D75C"/>
          </a:solidFill>
        </p:spPr>
      </p:sp>
      <p:sp>
        <p:nvSpPr>
          <p:cNvPr id="6" name="Text 3">
            <a:extLst xmlns:a="http://schemas.openxmlformats.org/drawingml/2006/main">
              <a:ext uri="{FF2B5EF4-FFF2-40B4-BE49-F238E27FC236}">
                <a16:creationId xmlns:a16="http://schemas.microsoft.com/office/drawing/2014/main" id="{2B6BD8D3-B5F3-4585-8643-C255ED1E33D2}"/>
              </a:ext>
            </a:extLst>
          </p:cNvPr>
          <p:cNvSpPr>
            <a:spLocks xmlns:a="http://schemas.openxmlformats.org/drawingml/2006/main" noGrp="1"/>
          </p:cNvSpPr>
          <p:nvPr/>
        </p:nvSpPr>
        <p:spPr>
          <a:xfrm xmlns:a="http://schemas.openxmlformats.org/drawingml/2006/main">
            <a:off x="7191375" y="452438"/>
            <a:ext cx="1428750" cy="523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9"/>
              </a:lnSpc>
              <a:buNone/>
            </a:pPr>
            <a:r>
              <a:rPr sz="1104" b="1">
                <a:solidFill>
                  <a:srgbClr val="0B2235">
                    <a:alpha val="99000"/>
                  </a:srgbClr>
                </a:solidFill>
                <a:latin typeface="Space Grotesk"/>
                <a:ea typeface="Space Grotesk"/>
                <a:cs typeface="Space Grotesk"/>
              </a:rPr>
              <a:t>NGUYÊN KHỐI</a:t>
            </a:r>
            <a:endParaRPr sz="1104"/>
          </a:p>
          <a:p xmlns:a="http://schemas.openxmlformats.org/drawingml/2006/main">
            <a:pPr marL="0" indent="0" algn="l">
              <a:lnSpc>
                <a:spcPts val="1409"/>
              </a:lnSpc>
              <a:buNone/>
            </a:pPr>
            <a:r>
              <a:rPr sz="1104" b="1">
                <a:solidFill>
                  <a:srgbClr val="0B2235">
                    <a:alpha val="99000"/>
                  </a:srgbClr>
                </a:solidFill>
                <a:latin typeface="Space Grotesk"/>
                <a:ea typeface="Space Grotesk"/>
                <a:cs typeface="Space Grotesk"/>
              </a:rPr>
              <a:t>THEO MÔ-ĐUN</a:t>
            </a:r>
            <a:endParaRPr sz="1104"/>
          </a:p>
        </p:txBody>
      </p:sp>
      <p:sp>
        <p:nvSpPr>
          <p:cNvPr id="7" name="Text 4">
            <a:extLst xmlns:a="http://schemas.openxmlformats.org/drawingml/2006/main">
              <a:ext uri="{FF2B5EF4-FFF2-40B4-BE49-F238E27FC236}">
                <a16:creationId xmlns:a16="http://schemas.microsoft.com/office/drawing/2014/main" id="{464D8F46-49D7-4392-AF18-5B82FF49018F}"/>
              </a:ext>
            </a:extLst>
          </p:cNvPr>
          <p:cNvSpPr>
            <a:spLocks xmlns:a="http://schemas.openxmlformats.org/drawingml/2006/main" noGrp="1"/>
          </p:cNvSpPr>
          <p:nvPr/>
        </p:nvSpPr>
        <p:spPr>
          <a:xfrm xmlns:a="http://schemas.openxmlformats.org/drawingml/2006/main">
            <a:off x="523875" y="2238375"/>
            <a:ext cx="11906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73"/>
              </a:lnSpc>
              <a:buNone/>
            </a:pPr>
            <a:r>
              <a:rPr sz="998" b="1">
                <a:solidFill>
                  <a:srgbClr val="0B2235">
                    <a:alpha val="99000"/>
                  </a:srgbClr>
                </a:solidFill>
                <a:latin typeface="Space Grotesk"/>
                <a:ea typeface="Space Grotesk"/>
                <a:cs typeface="Space Grotesk"/>
              </a:rPr>
              <a:t>TRÌNH DUYỆT</a:t>
            </a:r>
            <a:endParaRPr sz="998"/>
          </a:p>
        </p:txBody>
      </p:sp>
      <p:sp>
        <p:nvSpPr>
          <p:cNvPr id="8" name="Text 5">
            <a:extLst xmlns:a="http://schemas.openxmlformats.org/drawingml/2006/main">
              <a:ext uri="{FF2B5EF4-FFF2-40B4-BE49-F238E27FC236}">
                <a16:creationId xmlns:a16="http://schemas.microsoft.com/office/drawing/2014/main" id="{DC8F2C84-C51B-4141-AE95-D171570A9BB9}"/>
              </a:ext>
            </a:extLst>
          </p:cNvPr>
          <p:cNvSpPr>
            <a:spLocks xmlns:a="http://schemas.openxmlformats.org/drawingml/2006/main" noGrp="1"/>
          </p:cNvSpPr>
          <p:nvPr/>
        </p:nvSpPr>
        <p:spPr>
          <a:xfrm xmlns:a="http://schemas.openxmlformats.org/drawingml/2006/main">
            <a:off x="523875" y="2500313"/>
            <a:ext cx="119062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992"/>
              </a:lnSpc>
              <a:buNone/>
            </a:pPr>
            <a:r>
              <a:rPr sz="819">
                <a:solidFill>
                  <a:srgbClr val="5A615F">
                    <a:alpha val="99000"/>
                  </a:srgbClr>
                </a:solidFill>
                <a:latin typeface="Inter"/>
                <a:ea typeface="Inter"/>
                <a:cs typeface="Inter"/>
              </a:rPr>
              <a:t>Người dùng</a:t>
            </a:r>
            <a:endParaRPr sz="819"/>
          </a:p>
        </p:txBody>
      </p:sp>
      <p:sp>
        <p:nvSpPr>
          <p:cNvPr id="9" name="Shape 6">
            <a:extLst xmlns:a="http://schemas.openxmlformats.org/drawingml/2006/main">
              <a:ext uri="{FF2B5EF4-FFF2-40B4-BE49-F238E27FC236}">
                <a16:creationId xmlns:a16="http://schemas.microsoft.com/office/drawing/2014/main" id="{CF15AF9A-C7D8-449E-AEF0-88CC75AC7BA9}"/>
              </a:ext>
            </a:extLst>
          </p:cNvPr>
          <p:cNvSpPr>
            <a:spLocks xmlns:a="http://schemas.openxmlformats.org/drawingml/2006/main" noGrp="1"/>
          </p:cNvSpPr>
          <p:nvPr/>
        </p:nvSpPr>
        <p:spPr>
          <a:xfrm xmlns:a="http://schemas.openxmlformats.org/drawingml/2006/main">
            <a:off x="523875" y="2857500"/>
            <a:ext cx="1190625" cy="47625"/>
          </a:xfrm>
          <a:prstGeom xmlns:a="http://schemas.openxmlformats.org/drawingml/2006/main" prst="rect">
            <a:avLst/>
          </a:prstGeom>
          <a:solidFill xmlns:a="http://schemas.openxmlformats.org/drawingml/2006/main">
            <a:srgbClr val="00A67E"/>
          </a:solidFill>
        </p:spPr>
      </p:sp>
      <p:sp>
        <p:nvSpPr>
          <p:cNvPr id="10" name="Text 7">
            <a:extLst xmlns:a="http://schemas.openxmlformats.org/drawingml/2006/main">
              <a:ext uri="{FF2B5EF4-FFF2-40B4-BE49-F238E27FC236}">
                <a16:creationId xmlns:a16="http://schemas.microsoft.com/office/drawing/2014/main" id="{E363307E-D0F3-4A7A-AF28-AD9B36013A4E}"/>
              </a:ext>
            </a:extLst>
          </p:cNvPr>
          <p:cNvSpPr>
            <a:spLocks xmlns:a="http://schemas.openxmlformats.org/drawingml/2006/main" noGrp="1"/>
          </p:cNvSpPr>
          <p:nvPr/>
        </p:nvSpPr>
        <p:spPr>
          <a:xfrm xmlns:a="http://schemas.openxmlformats.org/drawingml/2006/main">
            <a:off x="1738313" y="2286000"/>
            <a:ext cx="214313"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727"/>
              </a:lnSpc>
              <a:buNone/>
            </a:pPr>
            <a:r>
              <a:rPr sz="1354" b="1">
                <a:solidFill>
                  <a:srgbClr val="0B2235">
                    <a:alpha val="99000"/>
                  </a:srgbClr>
                </a:solidFill>
                <a:latin typeface="Space Grotesk"/>
                <a:ea typeface="Space Grotesk"/>
                <a:cs typeface="Space Grotesk"/>
              </a:rPr>
              <a:t>→</a:t>
            </a:r>
            <a:endParaRPr sz="1354"/>
          </a:p>
        </p:txBody>
      </p:sp>
      <p:sp>
        <p:nvSpPr>
          <p:cNvPr id="11" name="Text 8">
            <a:extLst xmlns:a="http://schemas.openxmlformats.org/drawingml/2006/main">
              <a:ext uri="{FF2B5EF4-FFF2-40B4-BE49-F238E27FC236}">
                <a16:creationId xmlns:a16="http://schemas.microsoft.com/office/drawing/2014/main" id="{5F534C3E-B36A-44C0-AF9B-7C39A503DF6A}"/>
              </a:ext>
            </a:extLst>
          </p:cNvPr>
          <p:cNvSpPr>
            <a:spLocks xmlns:a="http://schemas.openxmlformats.org/drawingml/2006/main" noGrp="1"/>
          </p:cNvSpPr>
          <p:nvPr/>
        </p:nvSpPr>
        <p:spPr>
          <a:xfrm xmlns:a="http://schemas.openxmlformats.org/drawingml/2006/main">
            <a:off x="1952625" y="2238375"/>
            <a:ext cx="13811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73"/>
              </a:lnSpc>
              <a:buNone/>
            </a:pPr>
            <a:r>
              <a:rPr sz="998" b="1">
                <a:solidFill>
                  <a:srgbClr val="0B2235">
                    <a:alpha val="99000"/>
                  </a:srgbClr>
                </a:solidFill>
                <a:latin typeface="Space Grotesk"/>
                <a:ea typeface="Space Grotesk"/>
                <a:cs typeface="Space Grotesk"/>
              </a:rPr>
              <a:t>BLAZOR</a:t>
            </a:r>
            <a:endParaRPr sz="998"/>
          </a:p>
        </p:txBody>
      </p:sp>
      <p:sp>
        <p:nvSpPr>
          <p:cNvPr id="12" name="Text 9">
            <a:extLst xmlns:a="http://schemas.openxmlformats.org/drawingml/2006/main">
              <a:ext uri="{FF2B5EF4-FFF2-40B4-BE49-F238E27FC236}">
                <a16:creationId xmlns:a16="http://schemas.microsoft.com/office/drawing/2014/main" id="{D097DF06-F3C3-4D9B-8000-13E378624CD9}"/>
              </a:ext>
            </a:extLst>
          </p:cNvPr>
          <p:cNvSpPr>
            <a:spLocks xmlns:a="http://schemas.openxmlformats.org/drawingml/2006/main" noGrp="1"/>
          </p:cNvSpPr>
          <p:nvPr/>
        </p:nvSpPr>
        <p:spPr>
          <a:xfrm xmlns:a="http://schemas.openxmlformats.org/drawingml/2006/main">
            <a:off x="1952625" y="2500313"/>
            <a:ext cx="138112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992"/>
              </a:lnSpc>
              <a:buNone/>
            </a:pPr>
            <a:r>
              <a:rPr sz="819">
                <a:solidFill>
                  <a:srgbClr val="5A615F">
                    <a:alpha val="99000"/>
                  </a:srgbClr>
                </a:solidFill>
                <a:latin typeface="Inter"/>
                <a:ea typeface="Inter"/>
                <a:cs typeface="Inter"/>
              </a:rPr>
              <a:t>Interactive Server</a:t>
            </a:r>
            <a:endParaRPr sz="819"/>
          </a:p>
        </p:txBody>
      </p:sp>
      <p:sp>
        <p:nvSpPr>
          <p:cNvPr id="13" name="Shape 10">
            <a:extLst xmlns:a="http://schemas.openxmlformats.org/drawingml/2006/main">
              <a:ext uri="{FF2B5EF4-FFF2-40B4-BE49-F238E27FC236}">
                <a16:creationId xmlns:a16="http://schemas.microsoft.com/office/drawing/2014/main" id="{AE92710A-46EA-4F9E-98B6-A960DB91A0BB}"/>
              </a:ext>
            </a:extLst>
          </p:cNvPr>
          <p:cNvSpPr>
            <a:spLocks xmlns:a="http://schemas.openxmlformats.org/drawingml/2006/main" noGrp="1"/>
          </p:cNvSpPr>
          <p:nvPr/>
        </p:nvSpPr>
        <p:spPr>
          <a:xfrm xmlns:a="http://schemas.openxmlformats.org/drawingml/2006/main">
            <a:off x="1952625" y="2857500"/>
            <a:ext cx="1381125" cy="47625"/>
          </a:xfrm>
          <a:prstGeom xmlns:a="http://schemas.openxmlformats.org/drawingml/2006/main" prst="rect">
            <a:avLst/>
          </a:prstGeom>
          <a:solidFill xmlns:a="http://schemas.openxmlformats.org/drawingml/2006/main">
            <a:srgbClr val="00A67E"/>
          </a:solidFill>
        </p:spPr>
      </p:sp>
      <p:sp>
        <p:nvSpPr>
          <p:cNvPr id="14" name="Text 11">
            <a:extLst xmlns:a="http://schemas.openxmlformats.org/drawingml/2006/main">
              <a:ext uri="{FF2B5EF4-FFF2-40B4-BE49-F238E27FC236}">
                <a16:creationId xmlns:a16="http://schemas.microsoft.com/office/drawing/2014/main" id="{4C63946C-BB14-4631-BD3B-35D633DCA305}"/>
              </a:ext>
            </a:extLst>
          </p:cNvPr>
          <p:cNvSpPr>
            <a:spLocks xmlns:a="http://schemas.openxmlformats.org/drawingml/2006/main" noGrp="1"/>
          </p:cNvSpPr>
          <p:nvPr/>
        </p:nvSpPr>
        <p:spPr>
          <a:xfrm xmlns:a="http://schemas.openxmlformats.org/drawingml/2006/main">
            <a:off x="3357563" y="2286000"/>
            <a:ext cx="214313"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727"/>
              </a:lnSpc>
              <a:buNone/>
            </a:pPr>
            <a:r>
              <a:rPr sz="1354" b="1">
                <a:solidFill>
                  <a:srgbClr val="0B2235">
                    <a:alpha val="99000"/>
                  </a:srgbClr>
                </a:solidFill>
                <a:latin typeface="Space Grotesk"/>
                <a:ea typeface="Space Grotesk"/>
                <a:cs typeface="Space Grotesk"/>
              </a:rPr>
              <a:t>→</a:t>
            </a:r>
            <a:endParaRPr sz="1354"/>
          </a:p>
        </p:txBody>
      </p:sp>
      <p:sp>
        <p:nvSpPr>
          <p:cNvPr id="15" name="Text 12">
            <a:extLst xmlns:a="http://schemas.openxmlformats.org/drawingml/2006/main">
              <a:ext uri="{FF2B5EF4-FFF2-40B4-BE49-F238E27FC236}">
                <a16:creationId xmlns:a16="http://schemas.microsoft.com/office/drawing/2014/main" id="{4884BF16-E1A9-454F-BFE8-D7C9365EB5CA}"/>
              </a:ext>
            </a:extLst>
          </p:cNvPr>
          <p:cNvSpPr>
            <a:spLocks xmlns:a="http://schemas.openxmlformats.org/drawingml/2006/main" noGrp="1"/>
          </p:cNvSpPr>
          <p:nvPr/>
        </p:nvSpPr>
        <p:spPr>
          <a:xfrm xmlns:a="http://schemas.openxmlformats.org/drawingml/2006/main">
            <a:off x="3571875" y="2238375"/>
            <a:ext cx="14763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73"/>
              </a:lnSpc>
              <a:buNone/>
            </a:pPr>
            <a:r>
              <a:rPr sz="998" b="1">
                <a:solidFill>
                  <a:srgbClr val="0B2235">
                    <a:alpha val="99000"/>
                  </a:srgbClr>
                </a:solidFill>
                <a:latin typeface="Space Grotesk"/>
                <a:ea typeface="Space Grotesk"/>
                <a:cs typeface="Space Grotesk"/>
              </a:rPr>
              <a:t>WEB API</a:t>
            </a:r>
            <a:endParaRPr sz="998"/>
          </a:p>
        </p:txBody>
      </p:sp>
      <p:sp>
        <p:nvSpPr>
          <p:cNvPr id="16" name="Text 13">
            <a:extLst xmlns:a="http://schemas.openxmlformats.org/drawingml/2006/main">
              <a:ext uri="{FF2B5EF4-FFF2-40B4-BE49-F238E27FC236}">
                <a16:creationId xmlns:a16="http://schemas.microsoft.com/office/drawing/2014/main" id="{D04315D3-42AA-46CA-A98C-284D488C43DD}"/>
              </a:ext>
            </a:extLst>
          </p:cNvPr>
          <p:cNvSpPr>
            <a:spLocks xmlns:a="http://schemas.openxmlformats.org/drawingml/2006/main" noGrp="1"/>
          </p:cNvSpPr>
          <p:nvPr/>
        </p:nvSpPr>
        <p:spPr>
          <a:xfrm xmlns:a="http://schemas.openxmlformats.org/drawingml/2006/main">
            <a:off x="3571875" y="2500313"/>
            <a:ext cx="14763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992"/>
              </a:lnSpc>
              <a:buNone/>
            </a:pPr>
            <a:r>
              <a:rPr sz="819">
                <a:solidFill>
                  <a:srgbClr val="5A615F">
                    <a:alpha val="99000"/>
                  </a:srgbClr>
                </a:solidFill>
                <a:latin typeface="Inter"/>
                <a:ea typeface="Inter"/>
                <a:cs typeface="Inter"/>
              </a:rPr>
              <a:t>ASP.NET Core</a:t>
            </a:r>
            <a:endParaRPr sz="819"/>
          </a:p>
        </p:txBody>
      </p:sp>
      <p:sp>
        <p:nvSpPr>
          <p:cNvPr id="17" name="Shape 14">
            <a:extLst xmlns:a="http://schemas.openxmlformats.org/drawingml/2006/main">
              <a:ext uri="{FF2B5EF4-FFF2-40B4-BE49-F238E27FC236}">
                <a16:creationId xmlns:a16="http://schemas.microsoft.com/office/drawing/2014/main" id="{3E494996-BBCB-4AE5-9582-E8089D2E20A5}"/>
              </a:ext>
            </a:extLst>
          </p:cNvPr>
          <p:cNvSpPr>
            <a:spLocks xmlns:a="http://schemas.openxmlformats.org/drawingml/2006/main" noGrp="1"/>
          </p:cNvSpPr>
          <p:nvPr/>
        </p:nvSpPr>
        <p:spPr>
          <a:xfrm xmlns:a="http://schemas.openxmlformats.org/drawingml/2006/main">
            <a:off x="3571875" y="2857500"/>
            <a:ext cx="1476375" cy="47625"/>
          </a:xfrm>
          <a:prstGeom xmlns:a="http://schemas.openxmlformats.org/drawingml/2006/main" prst="rect">
            <a:avLst/>
          </a:prstGeom>
          <a:solidFill xmlns:a="http://schemas.openxmlformats.org/drawingml/2006/main">
            <a:srgbClr val="FF4D3D"/>
          </a:solidFill>
        </p:spPr>
      </p:sp>
      <p:sp>
        <p:nvSpPr>
          <p:cNvPr id="18" name="Text 15">
            <a:extLst xmlns:a="http://schemas.openxmlformats.org/drawingml/2006/main">
              <a:ext uri="{FF2B5EF4-FFF2-40B4-BE49-F238E27FC236}">
                <a16:creationId xmlns:a16="http://schemas.microsoft.com/office/drawing/2014/main" id="{C8739E2E-3C08-42F9-BA5B-220FBE7C7D53}"/>
              </a:ext>
            </a:extLst>
          </p:cNvPr>
          <p:cNvSpPr>
            <a:spLocks xmlns:a="http://schemas.openxmlformats.org/drawingml/2006/main" noGrp="1"/>
          </p:cNvSpPr>
          <p:nvPr/>
        </p:nvSpPr>
        <p:spPr>
          <a:xfrm xmlns:a="http://schemas.openxmlformats.org/drawingml/2006/main">
            <a:off x="5072063" y="2286000"/>
            <a:ext cx="214313"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727"/>
              </a:lnSpc>
              <a:buNone/>
            </a:pPr>
            <a:r>
              <a:rPr sz="1354" b="1">
                <a:solidFill>
                  <a:srgbClr val="0B2235">
                    <a:alpha val="99000"/>
                  </a:srgbClr>
                </a:solidFill>
                <a:latin typeface="Space Grotesk"/>
                <a:ea typeface="Space Grotesk"/>
                <a:cs typeface="Space Grotesk"/>
              </a:rPr>
              <a:t>→</a:t>
            </a:r>
            <a:endParaRPr sz="1354"/>
          </a:p>
        </p:txBody>
      </p:sp>
      <p:sp>
        <p:nvSpPr>
          <p:cNvPr id="19" name="Text 16">
            <a:extLst xmlns:a="http://schemas.openxmlformats.org/drawingml/2006/main">
              <a:ext uri="{FF2B5EF4-FFF2-40B4-BE49-F238E27FC236}">
                <a16:creationId xmlns:a16="http://schemas.microsoft.com/office/drawing/2014/main" id="{D6137A4D-F408-40AE-AFE6-0B302D554B53}"/>
              </a:ext>
            </a:extLst>
          </p:cNvPr>
          <p:cNvSpPr>
            <a:spLocks xmlns:a="http://schemas.openxmlformats.org/drawingml/2006/main" noGrp="1"/>
          </p:cNvSpPr>
          <p:nvPr/>
        </p:nvSpPr>
        <p:spPr>
          <a:xfrm xmlns:a="http://schemas.openxmlformats.org/drawingml/2006/main">
            <a:off x="5286375" y="2238375"/>
            <a:ext cx="15716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73"/>
              </a:lnSpc>
              <a:buNone/>
            </a:pPr>
            <a:r>
              <a:rPr sz="998" b="1">
                <a:solidFill>
                  <a:srgbClr val="0B2235">
                    <a:alpha val="99000"/>
                  </a:srgbClr>
                </a:solidFill>
                <a:latin typeface="Space Grotesk"/>
                <a:ea typeface="Space Grotesk"/>
                <a:cs typeface="Space Grotesk"/>
              </a:rPr>
              <a:t>APPLICATION</a:t>
            </a:r>
            <a:endParaRPr sz="998"/>
          </a:p>
        </p:txBody>
      </p:sp>
      <p:sp>
        <p:nvSpPr>
          <p:cNvPr id="20" name="Text 17">
            <a:extLst xmlns:a="http://schemas.openxmlformats.org/drawingml/2006/main">
              <a:ext uri="{FF2B5EF4-FFF2-40B4-BE49-F238E27FC236}">
                <a16:creationId xmlns:a16="http://schemas.microsoft.com/office/drawing/2014/main" id="{7F2D7E2F-FE8A-4BEC-A73D-5688EF53577D}"/>
              </a:ext>
            </a:extLst>
          </p:cNvPr>
          <p:cNvSpPr>
            <a:spLocks xmlns:a="http://schemas.openxmlformats.org/drawingml/2006/main" noGrp="1"/>
          </p:cNvSpPr>
          <p:nvPr/>
        </p:nvSpPr>
        <p:spPr>
          <a:xfrm xmlns:a="http://schemas.openxmlformats.org/drawingml/2006/main">
            <a:off x="5286375" y="2500313"/>
            <a:ext cx="157162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992"/>
              </a:lnSpc>
              <a:buNone/>
            </a:pPr>
            <a:r>
              <a:rPr sz="819">
                <a:solidFill>
                  <a:srgbClr val="5A615F">
                    <a:alpha val="99000"/>
                  </a:srgbClr>
                </a:solidFill>
                <a:latin typeface="Inter"/>
                <a:ea typeface="Inter"/>
                <a:cs typeface="Inter"/>
              </a:rPr>
              <a:t>Điều phối nghiệp vụ</a:t>
            </a:r>
            <a:endParaRPr sz="819"/>
          </a:p>
        </p:txBody>
      </p:sp>
      <p:sp>
        <p:nvSpPr>
          <p:cNvPr id="21" name="Shape 18">
            <a:extLst xmlns:a="http://schemas.openxmlformats.org/drawingml/2006/main">
              <a:ext uri="{FF2B5EF4-FFF2-40B4-BE49-F238E27FC236}">
                <a16:creationId xmlns:a16="http://schemas.microsoft.com/office/drawing/2014/main" id="{EEAAA6F4-3C51-4583-8C4B-5AB66EE8934D}"/>
              </a:ext>
            </a:extLst>
          </p:cNvPr>
          <p:cNvSpPr>
            <a:spLocks xmlns:a="http://schemas.openxmlformats.org/drawingml/2006/main" noGrp="1"/>
          </p:cNvSpPr>
          <p:nvPr/>
        </p:nvSpPr>
        <p:spPr>
          <a:xfrm xmlns:a="http://schemas.openxmlformats.org/drawingml/2006/main">
            <a:off x="5286375" y="2857500"/>
            <a:ext cx="1571625" cy="47625"/>
          </a:xfrm>
          <a:prstGeom xmlns:a="http://schemas.openxmlformats.org/drawingml/2006/main" prst="rect">
            <a:avLst/>
          </a:prstGeom>
          <a:solidFill xmlns:a="http://schemas.openxmlformats.org/drawingml/2006/main">
            <a:srgbClr val="00A67E"/>
          </a:solidFill>
        </p:spPr>
      </p:sp>
      <p:sp>
        <p:nvSpPr>
          <p:cNvPr id="22" name="Text 19">
            <a:extLst xmlns:a="http://schemas.openxmlformats.org/drawingml/2006/main">
              <a:ext uri="{FF2B5EF4-FFF2-40B4-BE49-F238E27FC236}">
                <a16:creationId xmlns:a16="http://schemas.microsoft.com/office/drawing/2014/main" id="{031C3488-01F0-47CA-9C5B-20D875C716EF}"/>
              </a:ext>
            </a:extLst>
          </p:cNvPr>
          <p:cNvSpPr>
            <a:spLocks xmlns:a="http://schemas.openxmlformats.org/drawingml/2006/main" noGrp="1"/>
          </p:cNvSpPr>
          <p:nvPr/>
        </p:nvSpPr>
        <p:spPr>
          <a:xfrm xmlns:a="http://schemas.openxmlformats.org/drawingml/2006/main">
            <a:off x="6881813" y="2286000"/>
            <a:ext cx="214313"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727"/>
              </a:lnSpc>
              <a:buNone/>
            </a:pPr>
            <a:r>
              <a:rPr sz="1354" b="1">
                <a:solidFill>
                  <a:srgbClr val="0B2235">
                    <a:alpha val="99000"/>
                  </a:srgbClr>
                </a:solidFill>
                <a:latin typeface="Space Grotesk"/>
                <a:ea typeface="Space Grotesk"/>
                <a:cs typeface="Space Grotesk"/>
              </a:rPr>
              <a:t>→</a:t>
            </a:r>
            <a:endParaRPr sz="1354"/>
          </a:p>
        </p:txBody>
      </p:sp>
      <p:sp>
        <p:nvSpPr>
          <p:cNvPr id="23" name="Text 20">
            <a:extLst xmlns:a="http://schemas.openxmlformats.org/drawingml/2006/main">
              <a:ext uri="{FF2B5EF4-FFF2-40B4-BE49-F238E27FC236}">
                <a16:creationId xmlns:a16="http://schemas.microsoft.com/office/drawing/2014/main" id="{D461CCF6-FF2F-485A-B8C7-167C5156F780}"/>
              </a:ext>
            </a:extLst>
          </p:cNvPr>
          <p:cNvSpPr>
            <a:spLocks xmlns:a="http://schemas.openxmlformats.org/drawingml/2006/main" noGrp="1"/>
          </p:cNvSpPr>
          <p:nvPr/>
        </p:nvSpPr>
        <p:spPr>
          <a:xfrm xmlns:a="http://schemas.openxmlformats.org/drawingml/2006/main">
            <a:off x="7096125" y="2238375"/>
            <a:ext cx="1428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73"/>
              </a:lnSpc>
              <a:buNone/>
            </a:pPr>
            <a:r>
              <a:rPr sz="998" b="1">
                <a:solidFill>
                  <a:srgbClr val="0B2235">
                    <a:alpha val="99000"/>
                  </a:srgbClr>
                </a:solidFill>
                <a:latin typeface="Space Grotesk"/>
                <a:ea typeface="Space Grotesk"/>
                <a:cs typeface="Space Grotesk"/>
              </a:rPr>
              <a:t>SQL SERVER</a:t>
            </a:r>
            <a:endParaRPr sz="998"/>
          </a:p>
        </p:txBody>
      </p:sp>
      <p:sp>
        <p:nvSpPr>
          <p:cNvPr id="24" name="Text 21">
            <a:extLst xmlns:a="http://schemas.openxmlformats.org/drawingml/2006/main">
              <a:ext uri="{FF2B5EF4-FFF2-40B4-BE49-F238E27FC236}">
                <a16:creationId xmlns:a16="http://schemas.microsoft.com/office/drawing/2014/main" id="{0F44B007-A33C-477C-8ADE-DA5EEFB8CD0C}"/>
              </a:ext>
            </a:extLst>
          </p:cNvPr>
          <p:cNvSpPr>
            <a:spLocks xmlns:a="http://schemas.openxmlformats.org/drawingml/2006/main" noGrp="1"/>
          </p:cNvSpPr>
          <p:nvPr/>
        </p:nvSpPr>
        <p:spPr>
          <a:xfrm xmlns:a="http://schemas.openxmlformats.org/drawingml/2006/main">
            <a:off x="7096125" y="2500313"/>
            <a:ext cx="14287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992"/>
              </a:lnSpc>
              <a:buNone/>
            </a:pPr>
            <a:r>
              <a:rPr sz="819">
                <a:solidFill>
                  <a:srgbClr val="5A615F">
                    <a:alpha val="99000"/>
                  </a:srgbClr>
                </a:solidFill>
                <a:latin typeface="Inter"/>
                <a:ea typeface="Inter"/>
                <a:cs typeface="Inter"/>
              </a:rPr>
              <a:t>EF Core</a:t>
            </a:r>
            <a:endParaRPr sz="819"/>
          </a:p>
        </p:txBody>
      </p:sp>
      <p:sp>
        <p:nvSpPr>
          <p:cNvPr id="25" name="Shape 22">
            <a:extLst xmlns:a="http://schemas.openxmlformats.org/drawingml/2006/main">
              <a:ext uri="{FF2B5EF4-FFF2-40B4-BE49-F238E27FC236}">
                <a16:creationId xmlns:a16="http://schemas.microsoft.com/office/drawing/2014/main" id="{6B434EA2-12FA-46FD-93B5-FE1E9D27C1F7}"/>
              </a:ext>
            </a:extLst>
          </p:cNvPr>
          <p:cNvSpPr>
            <a:spLocks xmlns:a="http://schemas.openxmlformats.org/drawingml/2006/main" noGrp="1"/>
          </p:cNvSpPr>
          <p:nvPr/>
        </p:nvSpPr>
        <p:spPr>
          <a:xfrm xmlns:a="http://schemas.openxmlformats.org/drawingml/2006/main">
            <a:off x="7096125" y="2857500"/>
            <a:ext cx="1428750" cy="47625"/>
          </a:xfrm>
          <a:prstGeom xmlns:a="http://schemas.openxmlformats.org/drawingml/2006/main" prst="rect">
            <a:avLst/>
          </a:prstGeom>
          <a:solidFill xmlns:a="http://schemas.openxmlformats.org/drawingml/2006/main">
            <a:srgbClr val="00A67E"/>
          </a:solidFill>
        </p:spPr>
      </p:sp>
      <p:sp>
        <p:nvSpPr>
          <p:cNvPr id="26" name="Shape 23">
            <a:extLst xmlns:a="http://schemas.openxmlformats.org/drawingml/2006/main">
              <a:ext uri="{FF2B5EF4-FFF2-40B4-BE49-F238E27FC236}">
                <a16:creationId xmlns:a16="http://schemas.microsoft.com/office/drawing/2014/main" id="{9CA8B929-E96B-4829-9A80-AAB899091931}"/>
              </a:ext>
            </a:extLst>
          </p:cNvPr>
          <p:cNvSpPr>
            <a:spLocks xmlns:a="http://schemas.openxmlformats.org/drawingml/2006/main" noGrp="1"/>
          </p:cNvSpPr>
          <p:nvPr/>
        </p:nvSpPr>
        <p:spPr>
          <a:xfrm xmlns:a="http://schemas.openxmlformats.org/drawingml/2006/main">
            <a:off x="0" y="3619500"/>
            <a:ext cx="9144000" cy="1524000"/>
          </a:xfrm>
          <a:prstGeom xmlns:a="http://schemas.openxmlformats.org/drawingml/2006/main" prst="rect">
            <a:avLst/>
          </a:prstGeom>
          <a:solidFill xmlns:a="http://schemas.openxmlformats.org/drawingml/2006/main">
            <a:srgbClr val="0B2235"/>
          </a:solidFill>
        </p:spPr>
      </p:sp>
      <p:sp>
        <p:nvSpPr>
          <p:cNvPr id="27" name="Text 24">
            <a:extLst xmlns:a="http://schemas.openxmlformats.org/drawingml/2006/main">
              <a:ext uri="{FF2B5EF4-FFF2-40B4-BE49-F238E27FC236}">
                <a16:creationId xmlns:a16="http://schemas.microsoft.com/office/drawing/2014/main" id="{FC7146B9-A84F-41F4-A421-913B9B93AAE0}"/>
              </a:ext>
            </a:extLst>
          </p:cNvPr>
          <p:cNvSpPr>
            <a:spLocks xmlns:a="http://schemas.openxmlformats.org/drawingml/2006/main" noGrp="1"/>
          </p:cNvSpPr>
          <p:nvPr/>
        </p:nvSpPr>
        <p:spPr>
          <a:xfrm xmlns:a="http://schemas.openxmlformats.org/drawingml/2006/main">
            <a:off x="523875" y="3905250"/>
            <a:ext cx="3429000" cy="2143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b="1">
                <a:solidFill>
                  <a:srgbClr val="00A67E">
                    <a:alpha val="99000"/>
                  </a:srgbClr>
                </a:solidFill>
                <a:latin typeface="Inter"/>
                <a:ea typeface="Inter"/>
                <a:cs typeface="Inter"/>
              </a:rPr>
              <a:t>Vì sao không chọn microservices?</a:t>
            </a:r>
            <a:endParaRPr sz="1069"/>
          </a:p>
        </p:txBody>
      </p:sp>
      <p:sp>
        <p:nvSpPr>
          <p:cNvPr id="28" name="Text 25">
            <a:extLst xmlns:a="http://schemas.openxmlformats.org/drawingml/2006/main">
              <a:ext uri="{FF2B5EF4-FFF2-40B4-BE49-F238E27FC236}">
                <a16:creationId xmlns:a16="http://schemas.microsoft.com/office/drawing/2014/main" id="{A72C55B3-35CE-4935-B13C-35CF31567E99}"/>
              </a:ext>
            </a:extLst>
          </p:cNvPr>
          <p:cNvSpPr>
            <a:spLocks xmlns:a="http://schemas.openxmlformats.org/drawingml/2006/main" noGrp="1"/>
          </p:cNvSpPr>
          <p:nvPr/>
        </p:nvSpPr>
        <p:spPr>
          <a:xfrm xmlns:a="http://schemas.openxmlformats.org/drawingml/2006/main">
            <a:off x="523875" y="4181475"/>
            <a:ext cx="7239000" cy="3095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27"/>
              </a:lnSpc>
              <a:buNone/>
            </a:pPr>
            <a:r>
              <a:rPr sz="1354">
                <a:solidFill>
                  <a:srgbClr val="FFFFFF">
                    <a:alpha val="99000"/>
                  </a:srgbClr>
                </a:solidFill>
                <a:latin typeface="Space Grotesk"/>
                <a:ea typeface="Space Grotesk"/>
                <a:cs typeface="Space Grotesk"/>
              </a:rPr>
              <a:t>Triển khai gọn  ·  dữ liệu nhất quán  ·  trách nhiệm vẫn tách rõ</a:t>
            </a:r>
            <a:endParaRPr sz="1354"/>
          </a:p>
        </p:txBody>
      </p:sp>
      <p:sp>
        <p:nvSpPr>
          <p:cNvPr id="29" name="Text 26">
            <a:extLst xmlns:a="http://schemas.openxmlformats.org/drawingml/2006/main">
              <a:ext uri="{FF2B5EF4-FFF2-40B4-BE49-F238E27FC236}">
                <a16:creationId xmlns:a16="http://schemas.microsoft.com/office/drawing/2014/main" id="{323CC85C-BE17-475A-B9EB-6764CB97BD86}"/>
              </a:ext>
            </a:extLst>
          </p:cNvPr>
          <p:cNvSpPr>
            <a:spLocks xmlns:a="http://schemas.openxmlformats.org/drawingml/2006/main" noGrp="1"/>
          </p:cNvSpPr>
          <p:nvPr/>
        </p:nvSpPr>
        <p:spPr>
          <a:xfrm xmlns:a="http://schemas.openxmlformats.org/drawingml/2006/main">
            <a:off x="523875" y="4562475"/>
            <a:ext cx="52387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a:solidFill>
                  <a:srgbClr val="FFFFFF">
                    <a:alpha val="99000"/>
                  </a:srgbClr>
                </a:solidFill>
                <a:latin typeface="Inter"/>
                <a:ea typeface="Inter"/>
                <a:cs typeface="Inter"/>
              </a:rPr>
              <a:t>Aspire khi phát triển · Docker Compose và Nginx khi triển khai</a:t>
            </a:r>
            <a:endParaRPr sz="819"/>
          </a:p>
        </p:txBody>
      </p:sp>
      <p:sp>
        <p:nvSpPr>
          <p:cNvPr id="30" name="Text 27">
            <a:extLst xmlns:a="http://schemas.openxmlformats.org/drawingml/2006/main">
              <a:ext uri="{FF2B5EF4-FFF2-40B4-BE49-F238E27FC236}">
                <a16:creationId xmlns:a16="http://schemas.microsoft.com/office/drawing/2014/main" id="{ACB20A5B-1D54-44EC-AA31-5913DAD399A5}"/>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FFFFFF">
                    <a:alpha val="99000"/>
                  </a:srgbClr>
                </a:solidFill>
                <a:latin typeface="Inter"/>
                <a:ea typeface="Inter"/>
                <a:cs typeface="Inter"/>
              </a:rPr>
              <a:t>08</a:t>
            </a:r>
            <a:endParaRPr sz="748"/>
          </a:p>
        </p:txBody>
      </p:sp>
      <p:sp>
        <p:nvSpPr>
          <p:cNvPr id="31" name="Shape 28">
            <a:extLst xmlns:a="http://schemas.openxmlformats.org/drawingml/2006/main">
              <a:ext uri="{FF2B5EF4-FFF2-40B4-BE49-F238E27FC236}">
                <a16:creationId xmlns:a16="http://schemas.microsoft.com/office/drawing/2014/main" id="{C5AF9333-E261-4905-8F0E-B8721DB18AEB}"/>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0A67E"/>
          </a:solidFill>
        </p:spPr>
      </p:sp>
    </p:spTree>
    <p:extLst>
      <p:ext uri="{BB962C8B-B14F-4D97-AF65-F5344CB8AC3E}">
        <p14:creationId xmlns:p14="http://schemas.microsoft.com/office/powerpoint/2010/main" val="854153517"/>
      </p:ext>
    </p:extLst>
  </p:cSld>
</p:sld>
</file>

<file path=ppt/slides/slide9.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261FAC52-3966-413B-AAB7-6068B11FE6DD}"/>
              </a:ext>
            </a:extLst>
          </p:cNvPr>
          <p:cNvSpPr>
            <a:spLocks xmlns:a="http://schemas.openxmlformats.org/drawingml/2006/main" noGrp="1"/>
          </p:cNvSpPr>
          <p:nvPr/>
        </p:nvSpPr>
        <p:spPr>
          <a:xfrm xmlns:a="http://schemas.openxmlformats.org/drawingml/2006/main">
            <a:off x="523875" y="314325"/>
            <a:ext cx="428625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5A615F">
                    <a:alpha val="99000"/>
                  </a:srgbClr>
                </a:solidFill>
                <a:latin typeface="Inter"/>
                <a:ea typeface="Inter"/>
                <a:cs typeface="Inter"/>
              </a:rPr>
              <a:t>08  ·  TOÀN VẸN DỮ LIỆU</a:t>
            </a:r>
            <a:endParaRPr sz="819"/>
          </a:p>
        </p:txBody>
      </p:sp>
      <p:sp>
        <p:nvSpPr>
          <p:cNvPr id="4" name="Text 1">
            <a:extLst xmlns:a="http://schemas.openxmlformats.org/drawingml/2006/main">
              <a:ext uri="{FF2B5EF4-FFF2-40B4-BE49-F238E27FC236}">
                <a16:creationId xmlns:a16="http://schemas.microsoft.com/office/drawing/2014/main" id="{FD426DDA-A029-43AB-847F-2C74E2D2FA95}"/>
              </a:ext>
            </a:extLst>
          </p:cNvPr>
          <p:cNvSpPr>
            <a:spLocks xmlns:a="http://schemas.openxmlformats.org/drawingml/2006/main" noGrp="1"/>
          </p:cNvSpPr>
          <p:nvPr/>
        </p:nvSpPr>
        <p:spPr>
          <a:xfrm xmlns:a="http://schemas.openxmlformats.org/drawingml/2006/main">
            <a:off x="523875" y="547688"/>
            <a:ext cx="633412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636" b="1">
                <a:solidFill>
                  <a:srgbClr val="0B2235">
                    <a:alpha val="99000"/>
                  </a:srgbClr>
                </a:solidFill>
                <a:latin typeface="Inter"/>
                <a:ea typeface="Inter"/>
                <a:cs typeface="Inter"/>
              </a:rPr>
              <a:t>Quyền thật và ràng buộc thật</a:t>
            </a:r>
          </a:p>
          <a:p xmlns:a="http://schemas.openxmlformats.org/drawingml/2006/main">
            <a:pPr marL="0" algn="l"/>
            <a:r>
              <a:rPr sz="2636" b="1">
                <a:solidFill>
                  <a:srgbClr val="0B2235">
                    <a:alpha val="99000"/>
                  </a:srgbClr>
                </a:solidFill>
                <a:latin typeface="Inter"/>
                <a:ea typeface="Inter"/>
                <a:cs typeface="Inter"/>
              </a:rPr>
              <a:t>không nằm ở nút bấm</a:t>
            </a:r>
          </a:p>
        </p:txBody>
      </p:sp>
      <p:sp>
        <p:nvSpPr>
          <p:cNvPr id="5" name="Shape 2">
            <a:extLst xmlns:a="http://schemas.openxmlformats.org/drawingml/2006/main">
              <a:ext uri="{FF2B5EF4-FFF2-40B4-BE49-F238E27FC236}">
                <a16:creationId xmlns:a16="http://schemas.microsoft.com/office/drawing/2014/main" id="{148AE1EF-7B93-403C-8BB8-854DC99C0355}"/>
              </a:ext>
            </a:extLst>
          </p:cNvPr>
          <p:cNvSpPr>
            <a:spLocks xmlns:a="http://schemas.openxmlformats.org/drawingml/2006/main" noGrp="1"/>
          </p:cNvSpPr>
          <p:nvPr/>
        </p:nvSpPr>
        <p:spPr>
          <a:xfrm xmlns:a="http://schemas.openxmlformats.org/drawingml/2006/main">
            <a:off x="7334250" y="-619125"/>
            <a:ext cx="2381250" cy="2381250"/>
          </a:xfrm>
          <a:prstGeom xmlns:a="http://schemas.openxmlformats.org/drawingml/2006/main" prst="ellipse">
            <a:avLst/>
          </a:prstGeom>
          <a:solidFill xmlns:a="http://schemas.openxmlformats.org/drawingml/2006/main">
            <a:srgbClr val="00A67E"/>
          </a:solidFill>
        </p:spPr>
      </p:sp>
      <p:sp>
        <p:nvSpPr>
          <p:cNvPr id="6" name="Shape 3">
            <a:extLst xmlns:a="http://schemas.openxmlformats.org/drawingml/2006/main">
              <a:ext uri="{FF2B5EF4-FFF2-40B4-BE49-F238E27FC236}">
                <a16:creationId xmlns:a16="http://schemas.microsoft.com/office/drawing/2014/main" id="{9D5CE553-628F-423C-A17A-57D2EB8F79EA}"/>
              </a:ext>
            </a:extLst>
          </p:cNvPr>
          <p:cNvSpPr>
            <a:spLocks xmlns:a="http://schemas.openxmlformats.org/drawingml/2006/main" noGrp="1"/>
          </p:cNvSpPr>
          <p:nvPr/>
        </p:nvSpPr>
        <p:spPr>
          <a:xfrm xmlns:a="http://schemas.openxmlformats.org/drawingml/2006/main">
            <a:off x="523875" y="1833563"/>
            <a:ext cx="552450" cy="552450"/>
          </a:xfrm>
          <a:prstGeom xmlns:a="http://schemas.openxmlformats.org/drawingml/2006/main" prst="ellipse">
            <a:avLst/>
          </a:prstGeom>
          <a:solidFill xmlns:a="http://schemas.openxmlformats.org/drawingml/2006/main">
            <a:srgbClr val="00A67E"/>
          </a:solidFill>
        </p:spPr>
      </p:sp>
      <p:sp>
        <p:nvSpPr>
          <p:cNvPr id="7" name="Text 4">
            <a:extLst xmlns:a="http://schemas.openxmlformats.org/drawingml/2006/main">
              <a:ext uri="{FF2B5EF4-FFF2-40B4-BE49-F238E27FC236}">
                <a16:creationId xmlns:a16="http://schemas.microsoft.com/office/drawing/2014/main" id="{A3889691-769E-4204-B108-1DAF9C5EAAD2}"/>
              </a:ext>
            </a:extLst>
          </p:cNvPr>
          <p:cNvSpPr>
            <a:spLocks xmlns:a="http://schemas.openxmlformats.org/drawingml/2006/main" noGrp="1"/>
          </p:cNvSpPr>
          <p:nvPr/>
        </p:nvSpPr>
        <p:spPr>
          <a:xfrm xmlns:a="http://schemas.openxmlformats.org/drawingml/2006/main">
            <a:off x="523875" y="1947863"/>
            <a:ext cx="55245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000"/>
              </a:lnSpc>
              <a:buNone/>
            </a:pPr>
            <a:r>
              <a:rPr sz="1568" b="1">
                <a:solidFill>
                  <a:srgbClr val="FFFFFF">
                    <a:alpha val="99000"/>
                  </a:srgbClr>
                </a:solidFill>
                <a:latin typeface="Space Grotesk"/>
                <a:ea typeface="Space Grotesk"/>
                <a:cs typeface="Space Grotesk"/>
              </a:rPr>
              <a:t>01</a:t>
            </a:r>
            <a:endParaRPr sz="1568"/>
          </a:p>
        </p:txBody>
      </p:sp>
      <p:sp>
        <p:nvSpPr>
          <p:cNvPr id="8" name="Text 5">
            <a:extLst xmlns:a="http://schemas.openxmlformats.org/drawingml/2006/main">
              <a:ext uri="{FF2B5EF4-FFF2-40B4-BE49-F238E27FC236}">
                <a16:creationId xmlns:a16="http://schemas.microsoft.com/office/drawing/2014/main" id="{3652D725-BC6A-446C-836D-F40B7C193A59}"/>
              </a:ext>
            </a:extLst>
          </p:cNvPr>
          <p:cNvSpPr>
            <a:spLocks xmlns:a="http://schemas.openxmlformats.org/drawingml/2006/main" noGrp="1"/>
          </p:cNvSpPr>
          <p:nvPr/>
        </p:nvSpPr>
        <p:spPr>
          <a:xfrm xmlns:a="http://schemas.openxmlformats.org/drawingml/2006/main">
            <a:off x="1238250" y="1857375"/>
            <a:ext cx="3048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0B2235">
                    <a:alpha val="99000"/>
                  </a:srgbClr>
                </a:solidFill>
                <a:latin typeface="Inter"/>
                <a:ea typeface="Inter"/>
                <a:cs typeface="Inter"/>
              </a:rPr>
              <a:t>KIỂM TRA QUYỀN</a:t>
            </a:r>
            <a:endParaRPr sz="1033"/>
          </a:p>
        </p:txBody>
      </p:sp>
      <p:sp>
        <p:nvSpPr>
          <p:cNvPr id="9" name="Text 6">
            <a:extLst xmlns:a="http://schemas.openxmlformats.org/drawingml/2006/main">
              <a:ext uri="{FF2B5EF4-FFF2-40B4-BE49-F238E27FC236}">
                <a16:creationId xmlns:a16="http://schemas.microsoft.com/office/drawing/2014/main" id="{FB9432E3-6B89-4A26-BE50-CFBE7B1603D4}"/>
              </a:ext>
            </a:extLst>
          </p:cNvPr>
          <p:cNvSpPr>
            <a:spLocks xmlns:a="http://schemas.openxmlformats.org/drawingml/2006/main" noGrp="1"/>
          </p:cNvSpPr>
          <p:nvPr/>
        </p:nvSpPr>
        <p:spPr>
          <a:xfrm xmlns:a="http://schemas.openxmlformats.org/drawingml/2006/main">
            <a:off x="1238250" y="2119313"/>
            <a:ext cx="2857500" cy="3905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21"/>
              </a:lnSpc>
              <a:buNone/>
            </a:pPr>
            <a:r>
              <a:rPr sz="926">
                <a:solidFill>
                  <a:srgbClr val="5A615F">
                    <a:alpha val="99000"/>
                  </a:srgbClr>
                </a:solidFill>
                <a:latin typeface="Inter"/>
                <a:ea typeface="Inter"/>
                <a:cs typeface="Inter"/>
              </a:rPr>
              <a:t>Không tin phạm vi</a:t>
            </a:r>
            <a:endParaRPr sz="926"/>
          </a:p>
          <a:p xmlns:a="http://schemas.openxmlformats.org/drawingml/2006/main">
            <a:pPr marL="0" indent="0" algn="l">
              <a:lnSpc>
                <a:spcPts val="1121"/>
              </a:lnSpc>
              <a:buNone/>
            </a:pPr>
            <a:r>
              <a:rPr sz="926">
                <a:solidFill>
                  <a:srgbClr val="5A615F">
                    <a:alpha val="99000"/>
                  </a:srgbClr>
                </a:solidFill>
                <a:latin typeface="Inter"/>
                <a:ea typeface="Inter"/>
                <a:cs typeface="Inter"/>
              </a:rPr>
              <a:t>do giao diện tự gửi.</a:t>
            </a:r>
            <a:endParaRPr sz="926"/>
          </a:p>
        </p:txBody>
      </p:sp>
      <p:sp>
        <p:nvSpPr>
          <p:cNvPr id="10" name="Shape 7">
            <a:extLst xmlns:a="http://schemas.openxmlformats.org/drawingml/2006/main">
              <a:ext uri="{FF2B5EF4-FFF2-40B4-BE49-F238E27FC236}">
                <a16:creationId xmlns:a16="http://schemas.microsoft.com/office/drawing/2014/main" id="{7D9D58B4-F25E-49EC-B294-7DA4A6D97338}"/>
              </a:ext>
            </a:extLst>
          </p:cNvPr>
          <p:cNvSpPr>
            <a:spLocks xmlns:a="http://schemas.openxmlformats.org/drawingml/2006/main" noGrp="1"/>
          </p:cNvSpPr>
          <p:nvPr/>
        </p:nvSpPr>
        <p:spPr>
          <a:xfrm xmlns:a="http://schemas.openxmlformats.org/drawingml/2006/main">
            <a:off x="4572000" y="1833563"/>
            <a:ext cx="552450" cy="552450"/>
          </a:xfrm>
          <a:prstGeom xmlns:a="http://schemas.openxmlformats.org/drawingml/2006/main" prst="ellipse">
            <a:avLst/>
          </a:prstGeom>
          <a:solidFill xmlns:a="http://schemas.openxmlformats.org/drawingml/2006/main">
            <a:srgbClr val="00A67E"/>
          </a:solidFill>
        </p:spPr>
      </p:sp>
      <p:sp>
        <p:nvSpPr>
          <p:cNvPr id="11" name="Text 8">
            <a:extLst xmlns:a="http://schemas.openxmlformats.org/drawingml/2006/main">
              <a:ext uri="{FF2B5EF4-FFF2-40B4-BE49-F238E27FC236}">
                <a16:creationId xmlns:a16="http://schemas.microsoft.com/office/drawing/2014/main" id="{D180A1FA-4000-440F-936F-FAEF45BDD533}"/>
              </a:ext>
            </a:extLst>
          </p:cNvPr>
          <p:cNvSpPr>
            <a:spLocks xmlns:a="http://schemas.openxmlformats.org/drawingml/2006/main" noGrp="1"/>
          </p:cNvSpPr>
          <p:nvPr/>
        </p:nvSpPr>
        <p:spPr>
          <a:xfrm xmlns:a="http://schemas.openxmlformats.org/drawingml/2006/main">
            <a:off x="4572000" y="1947863"/>
            <a:ext cx="55245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000"/>
              </a:lnSpc>
              <a:buNone/>
            </a:pPr>
            <a:r>
              <a:rPr sz="1568" b="1">
                <a:solidFill>
                  <a:srgbClr val="FFFFFF">
                    <a:alpha val="99000"/>
                  </a:srgbClr>
                </a:solidFill>
                <a:latin typeface="Space Grotesk"/>
                <a:ea typeface="Space Grotesk"/>
                <a:cs typeface="Space Grotesk"/>
              </a:rPr>
              <a:t>02</a:t>
            </a:r>
            <a:endParaRPr sz="1568"/>
          </a:p>
        </p:txBody>
      </p:sp>
      <p:sp>
        <p:nvSpPr>
          <p:cNvPr id="12" name="Text 9">
            <a:extLst xmlns:a="http://schemas.openxmlformats.org/drawingml/2006/main">
              <a:ext uri="{FF2B5EF4-FFF2-40B4-BE49-F238E27FC236}">
                <a16:creationId xmlns:a16="http://schemas.microsoft.com/office/drawing/2014/main" id="{7218B5A5-CD24-4A75-8521-31B3EEF2C4C9}"/>
              </a:ext>
            </a:extLst>
          </p:cNvPr>
          <p:cNvSpPr>
            <a:spLocks xmlns:a="http://schemas.openxmlformats.org/drawingml/2006/main" noGrp="1"/>
          </p:cNvSpPr>
          <p:nvPr/>
        </p:nvSpPr>
        <p:spPr>
          <a:xfrm xmlns:a="http://schemas.openxmlformats.org/drawingml/2006/main">
            <a:off x="5286375" y="1857375"/>
            <a:ext cx="3048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0B2235">
                    <a:alpha val="99000"/>
                  </a:srgbClr>
                </a:solidFill>
                <a:latin typeface="Inter"/>
                <a:ea typeface="Inter"/>
                <a:cs typeface="Inter"/>
              </a:rPr>
              <a:t>RÀNG BUỘC DỮ LIỆU</a:t>
            </a:r>
            <a:endParaRPr sz="1033"/>
          </a:p>
        </p:txBody>
      </p:sp>
      <p:sp>
        <p:nvSpPr>
          <p:cNvPr id="13" name="Text 10">
            <a:extLst xmlns:a="http://schemas.openxmlformats.org/drawingml/2006/main">
              <a:ext uri="{FF2B5EF4-FFF2-40B4-BE49-F238E27FC236}">
                <a16:creationId xmlns:a16="http://schemas.microsoft.com/office/drawing/2014/main" id="{4991D8D2-7344-4030-B374-7512399CC2BF}"/>
              </a:ext>
            </a:extLst>
          </p:cNvPr>
          <p:cNvSpPr>
            <a:spLocks xmlns:a="http://schemas.openxmlformats.org/drawingml/2006/main" noGrp="1"/>
          </p:cNvSpPr>
          <p:nvPr/>
        </p:nvSpPr>
        <p:spPr>
          <a:xfrm xmlns:a="http://schemas.openxmlformats.org/drawingml/2006/main">
            <a:off x="5286375" y="2119313"/>
            <a:ext cx="2857500" cy="3905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21"/>
              </a:lnSpc>
              <a:buNone/>
            </a:pPr>
            <a:r>
              <a:rPr sz="926">
                <a:solidFill>
                  <a:srgbClr val="5A615F">
                    <a:alpha val="99000"/>
                  </a:srgbClr>
                </a:solidFill>
                <a:latin typeface="Inter"/>
                <a:ea typeface="Inter"/>
                <a:cs typeface="Inter"/>
              </a:rPr>
              <a:t>Chặn trùng và</a:t>
            </a:r>
            <a:endParaRPr sz="926"/>
          </a:p>
          <a:p xmlns:a="http://schemas.openxmlformats.org/drawingml/2006/main">
            <a:pPr marL="0" indent="0" algn="l">
              <a:lnSpc>
                <a:spcPts val="1121"/>
              </a:lnSpc>
              <a:buNone/>
            </a:pPr>
            <a:r>
              <a:rPr sz="926">
                <a:solidFill>
                  <a:srgbClr val="5A615F">
                    <a:alpha val="99000"/>
                  </a:srgbClr>
                </a:solidFill>
                <a:latin typeface="Inter"/>
                <a:ea typeface="Inter"/>
                <a:cs typeface="Inter"/>
              </a:rPr>
              <a:t>dữ liệu không hợp lệ.</a:t>
            </a:r>
            <a:endParaRPr sz="926"/>
          </a:p>
        </p:txBody>
      </p:sp>
      <p:sp>
        <p:nvSpPr>
          <p:cNvPr id="14" name="Shape 11">
            <a:extLst xmlns:a="http://schemas.openxmlformats.org/drawingml/2006/main">
              <a:ext uri="{FF2B5EF4-FFF2-40B4-BE49-F238E27FC236}">
                <a16:creationId xmlns:a16="http://schemas.microsoft.com/office/drawing/2014/main" id="{A6D13AC8-ECFB-43AC-AE8E-1B9E7B18B41F}"/>
              </a:ext>
            </a:extLst>
          </p:cNvPr>
          <p:cNvSpPr>
            <a:spLocks xmlns:a="http://schemas.openxmlformats.org/drawingml/2006/main" noGrp="1"/>
          </p:cNvSpPr>
          <p:nvPr/>
        </p:nvSpPr>
        <p:spPr>
          <a:xfrm xmlns:a="http://schemas.openxmlformats.org/drawingml/2006/main">
            <a:off x="523875" y="3238500"/>
            <a:ext cx="552450" cy="552450"/>
          </a:xfrm>
          <a:prstGeom xmlns:a="http://schemas.openxmlformats.org/drawingml/2006/main" prst="ellipse">
            <a:avLst/>
          </a:prstGeom>
          <a:solidFill xmlns:a="http://schemas.openxmlformats.org/drawingml/2006/main">
            <a:srgbClr val="00A67E"/>
          </a:solidFill>
        </p:spPr>
      </p:sp>
      <p:sp>
        <p:nvSpPr>
          <p:cNvPr id="15" name="Text 12">
            <a:extLst xmlns:a="http://schemas.openxmlformats.org/drawingml/2006/main">
              <a:ext uri="{FF2B5EF4-FFF2-40B4-BE49-F238E27FC236}">
                <a16:creationId xmlns:a16="http://schemas.microsoft.com/office/drawing/2014/main" id="{BF6B5CBF-88A4-4420-B542-76FE864C3245}"/>
              </a:ext>
            </a:extLst>
          </p:cNvPr>
          <p:cNvSpPr>
            <a:spLocks xmlns:a="http://schemas.openxmlformats.org/drawingml/2006/main" noGrp="1"/>
          </p:cNvSpPr>
          <p:nvPr/>
        </p:nvSpPr>
        <p:spPr>
          <a:xfrm xmlns:a="http://schemas.openxmlformats.org/drawingml/2006/main">
            <a:off x="523875" y="3352800"/>
            <a:ext cx="55245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000"/>
              </a:lnSpc>
              <a:buNone/>
            </a:pPr>
            <a:r>
              <a:rPr sz="1568" b="1">
                <a:solidFill>
                  <a:srgbClr val="FFFFFF">
                    <a:alpha val="99000"/>
                  </a:srgbClr>
                </a:solidFill>
                <a:latin typeface="Space Grotesk"/>
                <a:ea typeface="Space Grotesk"/>
                <a:cs typeface="Space Grotesk"/>
              </a:rPr>
              <a:t>03</a:t>
            </a:r>
            <a:endParaRPr sz="1568"/>
          </a:p>
        </p:txBody>
      </p:sp>
      <p:sp>
        <p:nvSpPr>
          <p:cNvPr id="16" name="Text 13">
            <a:extLst xmlns:a="http://schemas.openxmlformats.org/drawingml/2006/main">
              <a:ext uri="{FF2B5EF4-FFF2-40B4-BE49-F238E27FC236}">
                <a16:creationId xmlns:a16="http://schemas.microsoft.com/office/drawing/2014/main" id="{2A726DE6-8A67-4F4F-80E9-1034490EFD5A}"/>
              </a:ext>
            </a:extLst>
          </p:cNvPr>
          <p:cNvSpPr>
            <a:spLocks xmlns:a="http://schemas.openxmlformats.org/drawingml/2006/main" noGrp="1"/>
          </p:cNvSpPr>
          <p:nvPr/>
        </p:nvSpPr>
        <p:spPr>
          <a:xfrm xmlns:a="http://schemas.openxmlformats.org/drawingml/2006/main">
            <a:off x="1238250" y="3262313"/>
            <a:ext cx="3048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0B2235">
                    <a:alpha val="99000"/>
                  </a:srgbClr>
                </a:solidFill>
                <a:latin typeface="Inter"/>
                <a:ea typeface="Inter"/>
                <a:cs typeface="Inter"/>
              </a:rPr>
              <a:t>ĐỒNG BỘ KHI GHI</a:t>
            </a:r>
            <a:endParaRPr sz="1033"/>
          </a:p>
        </p:txBody>
      </p:sp>
      <p:sp>
        <p:nvSpPr>
          <p:cNvPr id="17" name="Text 14">
            <a:extLst xmlns:a="http://schemas.openxmlformats.org/drawingml/2006/main">
              <a:ext uri="{FF2B5EF4-FFF2-40B4-BE49-F238E27FC236}">
                <a16:creationId xmlns:a16="http://schemas.microsoft.com/office/drawing/2014/main" id="{EE97375C-E7EF-420A-870B-8770DDD4EED6}"/>
              </a:ext>
            </a:extLst>
          </p:cNvPr>
          <p:cNvSpPr>
            <a:spLocks xmlns:a="http://schemas.openxmlformats.org/drawingml/2006/main" noGrp="1"/>
          </p:cNvSpPr>
          <p:nvPr/>
        </p:nvSpPr>
        <p:spPr>
          <a:xfrm xmlns:a="http://schemas.openxmlformats.org/drawingml/2006/main">
            <a:off x="1238250" y="3524250"/>
            <a:ext cx="2857500" cy="3905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21"/>
              </a:lnSpc>
              <a:buNone/>
            </a:pPr>
            <a:r>
              <a:rPr sz="926">
                <a:solidFill>
                  <a:srgbClr val="5A615F">
                    <a:alpha val="99000"/>
                  </a:srgbClr>
                </a:solidFill>
                <a:latin typeface="Inter"/>
                <a:ea typeface="Inter"/>
                <a:cs typeface="Inter"/>
              </a:rPr>
              <a:t>Lưu đồng bộ, phát hiện</a:t>
            </a:r>
            <a:endParaRPr sz="926"/>
          </a:p>
          <a:p xmlns:a="http://schemas.openxmlformats.org/drawingml/2006/main">
            <a:pPr marL="0" indent="0" algn="l">
              <a:lnSpc>
                <a:spcPts val="1121"/>
              </a:lnSpc>
              <a:buNone/>
            </a:pPr>
            <a:r>
              <a:rPr sz="926">
                <a:solidFill>
                  <a:srgbClr val="5A615F">
                    <a:alpha val="99000"/>
                  </a:srgbClr>
                </a:solidFill>
                <a:latin typeface="Inter"/>
                <a:ea typeface="Inter"/>
                <a:cs typeface="Inter"/>
              </a:rPr>
              <a:t>ghi đè đồng thời.</a:t>
            </a:r>
            <a:endParaRPr sz="926"/>
          </a:p>
        </p:txBody>
      </p:sp>
      <p:sp>
        <p:nvSpPr>
          <p:cNvPr id="18" name="Shape 15">
            <a:extLst xmlns:a="http://schemas.openxmlformats.org/drawingml/2006/main">
              <a:ext uri="{FF2B5EF4-FFF2-40B4-BE49-F238E27FC236}">
                <a16:creationId xmlns:a16="http://schemas.microsoft.com/office/drawing/2014/main" id="{808021D3-0600-4C28-8631-78197757E86F}"/>
              </a:ext>
            </a:extLst>
          </p:cNvPr>
          <p:cNvSpPr>
            <a:spLocks xmlns:a="http://schemas.openxmlformats.org/drawingml/2006/main" noGrp="1"/>
          </p:cNvSpPr>
          <p:nvPr/>
        </p:nvSpPr>
        <p:spPr>
          <a:xfrm xmlns:a="http://schemas.openxmlformats.org/drawingml/2006/main">
            <a:off x="4572000" y="3238500"/>
            <a:ext cx="552450" cy="552450"/>
          </a:xfrm>
          <a:prstGeom xmlns:a="http://schemas.openxmlformats.org/drawingml/2006/main" prst="ellipse">
            <a:avLst/>
          </a:prstGeom>
          <a:solidFill xmlns:a="http://schemas.openxmlformats.org/drawingml/2006/main">
            <a:srgbClr val="FF4D3D"/>
          </a:solidFill>
        </p:spPr>
      </p:sp>
      <p:sp>
        <p:nvSpPr>
          <p:cNvPr id="19" name="Text 16">
            <a:extLst xmlns:a="http://schemas.openxmlformats.org/drawingml/2006/main">
              <a:ext uri="{FF2B5EF4-FFF2-40B4-BE49-F238E27FC236}">
                <a16:creationId xmlns:a16="http://schemas.microsoft.com/office/drawing/2014/main" id="{5113F597-DC3E-4E46-8036-851BC989B798}"/>
              </a:ext>
            </a:extLst>
          </p:cNvPr>
          <p:cNvSpPr>
            <a:spLocks xmlns:a="http://schemas.openxmlformats.org/drawingml/2006/main" noGrp="1"/>
          </p:cNvSpPr>
          <p:nvPr/>
        </p:nvSpPr>
        <p:spPr>
          <a:xfrm xmlns:a="http://schemas.openxmlformats.org/drawingml/2006/main">
            <a:off x="4572000" y="3352800"/>
            <a:ext cx="55245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000"/>
              </a:lnSpc>
              <a:buNone/>
            </a:pPr>
            <a:r>
              <a:rPr sz="1568" b="1">
                <a:solidFill>
                  <a:srgbClr val="FFFFFF">
                    <a:alpha val="99000"/>
                  </a:srgbClr>
                </a:solidFill>
                <a:latin typeface="Space Grotesk"/>
                <a:ea typeface="Space Grotesk"/>
                <a:cs typeface="Space Grotesk"/>
              </a:rPr>
              <a:t>04</a:t>
            </a:r>
            <a:endParaRPr sz="1568"/>
          </a:p>
        </p:txBody>
      </p:sp>
      <p:sp>
        <p:nvSpPr>
          <p:cNvPr id="20" name="Text 17">
            <a:extLst xmlns:a="http://schemas.openxmlformats.org/drawingml/2006/main">
              <a:ext uri="{FF2B5EF4-FFF2-40B4-BE49-F238E27FC236}">
                <a16:creationId xmlns:a16="http://schemas.microsoft.com/office/drawing/2014/main" id="{B1E72D85-7061-495F-9FDF-CD5681C8696E}"/>
              </a:ext>
            </a:extLst>
          </p:cNvPr>
          <p:cNvSpPr>
            <a:spLocks xmlns:a="http://schemas.openxmlformats.org/drawingml/2006/main" noGrp="1"/>
          </p:cNvSpPr>
          <p:nvPr/>
        </p:nvSpPr>
        <p:spPr>
          <a:xfrm xmlns:a="http://schemas.openxmlformats.org/drawingml/2006/main">
            <a:off x="5286375" y="3262313"/>
            <a:ext cx="3048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0B2235">
                    <a:alpha val="99000"/>
                  </a:srgbClr>
                </a:solidFill>
                <a:latin typeface="Inter"/>
                <a:ea typeface="Inter"/>
                <a:cs typeface="Inter"/>
              </a:rPr>
              <a:t>CHỐNG LẶP + LƯU PHIÊN BẢN</a:t>
            </a:r>
            <a:endParaRPr sz="1033"/>
          </a:p>
        </p:txBody>
      </p:sp>
      <p:sp>
        <p:nvSpPr>
          <p:cNvPr id="21" name="Text 18">
            <a:extLst xmlns:a="http://schemas.openxmlformats.org/drawingml/2006/main">
              <a:ext uri="{FF2B5EF4-FFF2-40B4-BE49-F238E27FC236}">
                <a16:creationId xmlns:a16="http://schemas.microsoft.com/office/drawing/2014/main" id="{270E835F-AE49-40DA-89BD-D5F39E4618D5}"/>
              </a:ext>
            </a:extLst>
          </p:cNvPr>
          <p:cNvSpPr>
            <a:spLocks xmlns:a="http://schemas.openxmlformats.org/drawingml/2006/main" noGrp="1"/>
          </p:cNvSpPr>
          <p:nvPr/>
        </p:nvSpPr>
        <p:spPr>
          <a:xfrm xmlns:a="http://schemas.openxmlformats.org/drawingml/2006/main">
            <a:off x="5286375" y="3524250"/>
            <a:ext cx="2857500" cy="3905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21"/>
              </a:lnSpc>
              <a:buNone/>
            </a:pPr>
            <a:r>
              <a:rPr sz="926">
                <a:solidFill>
                  <a:srgbClr val="5A615F">
                    <a:alpha val="99000"/>
                  </a:srgbClr>
                </a:solidFill>
                <a:latin typeface="Inter"/>
                <a:ea typeface="Inter"/>
                <a:cs typeface="Inter"/>
              </a:rPr>
              <a:t>Chống xử lý lặp,</a:t>
            </a:r>
            <a:endParaRPr sz="926"/>
          </a:p>
          <a:p xmlns:a="http://schemas.openxmlformats.org/drawingml/2006/main">
            <a:pPr marL="0" indent="0" algn="l">
              <a:lnSpc>
                <a:spcPts val="1121"/>
              </a:lnSpc>
              <a:buNone/>
            </a:pPr>
            <a:r>
              <a:rPr sz="926">
                <a:solidFill>
                  <a:srgbClr val="5A615F">
                    <a:alpha val="99000"/>
                  </a:srgbClr>
                </a:solidFill>
                <a:latin typeface="Inter"/>
                <a:ea typeface="Inter"/>
                <a:cs typeface="Inter"/>
              </a:rPr>
              <a:t>giữ nguyên lịch sử.</a:t>
            </a:r>
            <a:endParaRPr sz="926"/>
          </a:p>
        </p:txBody>
      </p:sp>
      <p:sp>
        <p:nvSpPr>
          <p:cNvPr id="22" name="Shape 19">
            <a:extLst xmlns:a="http://schemas.openxmlformats.org/drawingml/2006/main">
              <a:ext uri="{FF2B5EF4-FFF2-40B4-BE49-F238E27FC236}">
                <a16:creationId xmlns:a16="http://schemas.microsoft.com/office/drawing/2014/main" id="{050993FF-02E0-481D-B094-A47C400D3C29}"/>
              </a:ext>
            </a:extLst>
          </p:cNvPr>
          <p:cNvSpPr>
            <a:spLocks xmlns:a="http://schemas.openxmlformats.org/drawingml/2006/main" noGrp="1"/>
          </p:cNvSpPr>
          <p:nvPr/>
        </p:nvSpPr>
        <p:spPr>
          <a:xfrm xmlns:a="http://schemas.openxmlformats.org/drawingml/2006/main">
            <a:off x="4048125" y="1857375"/>
            <a:ext cx="14288" cy="2071688"/>
          </a:xfrm>
          <a:prstGeom xmlns:a="http://schemas.openxmlformats.org/drawingml/2006/main" prst="rect">
            <a:avLst/>
          </a:prstGeom>
          <a:solidFill xmlns:a="http://schemas.openxmlformats.org/drawingml/2006/main">
            <a:srgbClr val="C9C3B8"/>
          </a:solidFill>
        </p:spPr>
      </p:sp>
      <p:sp>
        <p:nvSpPr>
          <p:cNvPr id="23" name="Text 20">
            <a:extLst xmlns:a="http://schemas.openxmlformats.org/drawingml/2006/main">
              <a:ext uri="{FF2B5EF4-FFF2-40B4-BE49-F238E27FC236}">
                <a16:creationId xmlns:a16="http://schemas.microsoft.com/office/drawing/2014/main" id="{87EB6157-3E47-4525-94CE-1DD959C4EC04}"/>
              </a:ext>
            </a:extLst>
          </p:cNvPr>
          <p:cNvSpPr>
            <a:spLocks xmlns:a="http://schemas.openxmlformats.org/drawingml/2006/main" noGrp="1"/>
          </p:cNvSpPr>
          <p:nvPr/>
        </p:nvSpPr>
        <p:spPr>
          <a:xfrm xmlns:a="http://schemas.openxmlformats.org/drawingml/2006/main">
            <a:off x="523875" y="4510088"/>
            <a:ext cx="73342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78"/>
              </a:lnSpc>
              <a:buNone/>
            </a:pPr>
            <a:r>
              <a:rPr sz="891" b="1">
                <a:solidFill>
                  <a:srgbClr val="111315">
                    <a:alpha val="99000"/>
                  </a:srgbClr>
                </a:solidFill>
                <a:latin typeface="Inter"/>
                <a:ea typeface="Inter"/>
                <a:cs typeface="Inter"/>
              </a:rPr>
              <a:t>Hai yêu cầu đồng thời vẫn không thể tạo hai đơn thường trong cùng một kỳ.</a:t>
            </a:r>
            <a:endParaRPr sz="891"/>
          </a:p>
        </p:txBody>
      </p:sp>
      <p:sp>
        <p:nvSpPr>
          <p:cNvPr id="24" name="Text 21">
            <a:extLst xmlns:a="http://schemas.openxmlformats.org/drawingml/2006/main">
              <a:ext uri="{FF2B5EF4-FFF2-40B4-BE49-F238E27FC236}">
                <a16:creationId xmlns:a16="http://schemas.microsoft.com/office/drawing/2014/main" id="{35AEFD9D-7140-4944-88BB-52764E1D03E2}"/>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0B2235">
                    <a:alpha val="99000"/>
                  </a:srgbClr>
                </a:solidFill>
                <a:latin typeface="Inter"/>
                <a:ea typeface="Inter"/>
                <a:cs typeface="Inter"/>
              </a:rPr>
              <a:t>09</a:t>
            </a:r>
            <a:endParaRPr sz="748"/>
          </a:p>
        </p:txBody>
      </p:sp>
      <p:sp>
        <p:nvSpPr>
          <p:cNvPr id="25" name="Shape 22">
            <a:extLst xmlns:a="http://schemas.openxmlformats.org/drawingml/2006/main">
              <a:ext uri="{FF2B5EF4-FFF2-40B4-BE49-F238E27FC236}">
                <a16:creationId xmlns:a16="http://schemas.microsoft.com/office/drawing/2014/main" id="{C53CB98D-3D44-4D55-82AA-B96049BB9EB0}"/>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B2235"/>
          </a:solidFill>
        </p:spPr>
      </p:sp>
    </p:spTree>
    <p:extLst>
      <p:ext uri="{BB962C8B-B14F-4D97-AF65-F5344CB8AC3E}">
        <p14:creationId xmlns:p14="http://schemas.microsoft.com/office/powerpoint/2010/main" val="1635829703"/>
      </p:ext>
    </p:extLst>
  </p:cSld>
</p:sld>
</file>

<file path=ppt/slides/slide10.xml><?xml version="1.0" encoding="utf-8"?>
<p:sld xmlns:p="http://schemas.openxmlformats.org/presentationml/2006/main">
  <p:cSld>
    <p:bg>
      <p:bgPr>
        <a:solidFill xmlns:a="http://schemas.openxmlformats.org/drawingml/2006/main">
          <a:srgbClr val="D8F2E9"/>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F9E1358-0F54-4852-8163-9A1B0E969BB6}"/>
              </a:ext>
            </a:extLst>
          </p:cNvPr>
          <p:cNvSpPr>
            <a:spLocks xmlns:a="http://schemas.openxmlformats.org/drawingml/2006/main" noGrp="1"/>
          </p:cNvSpPr>
          <p:nvPr/>
        </p:nvSpPr>
        <p:spPr>
          <a:xfrm xmlns:a="http://schemas.openxmlformats.org/drawingml/2006/main">
            <a:off x="523875" y="314325"/>
            <a:ext cx="428625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5A615F">
                    <a:alpha val="99000"/>
                  </a:srgbClr>
                </a:solidFill>
                <a:latin typeface="Inter"/>
                <a:ea typeface="Inter"/>
                <a:cs typeface="Inter"/>
              </a:rPr>
              <a:t>09  ·  TRẢI NGHIỆM NHÂN VIÊN</a:t>
            </a:r>
            <a:endParaRPr sz="819"/>
          </a:p>
        </p:txBody>
      </p:sp>
      <p:sp>
        <p:nvSpPr>
          <p:cNvPr id="4" name="Text 1">
            <a:extLst xmlns:a="http://schemas.openxmlformats.org/drawingml/2006/main">
              <a:ext uri="{FF2B5EF4-FFF2-40B4-BE49-F238E27FC236}">
                <a16:creationId xmlns:a16="http://schemas.microsoft.com/office/drawing/2014/main" id="{73D08DB4-2800-4D12-89FA-81B2A0599A8C}"/>
              </a:ext>
            </a:extLst>
          </p:cNvPr>
          <p:cNvSpPr>
            <a:spLocks xmlns:a="http://schemas.openxmlformats.org/drawingml/2006/main" noGrp="1"/>
          </p:cNvSpPr>
          <p:nvPr/>
        </p:nvSpPr>
        <p:spPr>
          <a:xfrm xmlns:a="http://schemas.openxmlformats.org/drawingml/2006/main">
            <a:off x="523875" y="547688"/>
            <a:ext cx="3619500"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708" b="1">
                <a:solidFill>
                  <a:srgbClr val="0B2235">
                    <a:alpha val="99000"/>
                  </a:srgbClr>
                </a:solidFill>
                <a:latin typeface="Inter"/>
                <a:ea typeface="Inter"/>
                <a:cs typeface="Inter"/>
              </a:rPr>
              <a:t>Chọn đúng kỳ trước</a:t>
            </a:r>
          </a:p>
          <a:p xmlns:a="http://schemas.openxmlformats.org/drawingml/2006/main">
            <a:pPr marL="0" algn="l"/>
            <a:r>
              <a:rPr sz="2708" b="1">
                <a:solidFill>
                  <a:srgbClr val="0B2235">
                    <a:alpha val="99000"/>
                  </a:srgbClr>
                </a:solidFill>
                <a:latin typeface="Inter"/>
                <a:ea typeface="Inter"/>
                <a:cs typeface="Inter"/>
              </a:rPr>
              <a:t>khi tạo đơn</a:t>
            </a:r>
          </a:p>
        </p:txBody>
      </p:sp>
      <p:sp>
        <p:nvSpPr>
          <p:cNvPr id="5" name="Text 2">
            <a:extLst xmlns:a="http://schemas.openxmlformats.org/drawingml/2006/main">
              <a:ext uri="{FF2B5EF4-FFF2-40B4-BE49-F238E27FC236}">
                <a16:creationId xmlns:a16="http://schemas.microsoft.com/office/drawing/2014/main" id="{A2AC262C-AD90-42C9-8030-0992280846BA}"/>
              </a:ext>
            </a:extLst>
          </p:cNvPr>
          <p:cNvSpPr>
            <a:spLocks xmlns:a="http://schemas.openxmlformats.org/drawingml/2006/main" noGrp="1"/>
          </p:cNvSpPr>
          <p:nvPr/>
        </p:nvSpPr>
        <p:spPr>
          <a:xfrm xmlns:a="http://schemas.openxmlformats.org/drawingml/2006/main">
            <a:off x="523875" y="1690688"/>
            <a:ext cx="42862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pPr>
            <a:r>
              <a:rPr sz="1710" b="1">
                <a:solidFill>
                  <a:srgbClr val="00A67E">
                    <a:alpha val="99000"/>
                  </a:srgbClr>
                </a:solidFill>
                <a:latin typeface="Space Grotesk"/>
                <a:ea typeface="Space Grotesk"/>
                <a:cs typeface="Space Grotesk"/>
              </a:rPr>
              <a:t>01</a:t>
            </a:r>
            <a:endParaRPr sz="1710"/>
          </a:p>
        </p:txBody>
      </p:sp>
      <p:sp>
        <p:nvSpPr>
          <p:cNvPr id="6" name="Text 3">
            <a:extLst xmlns:a="http://schemas.openxmlformats.org/drawingml/2006/main">
              <a:ext uri="{FF2B5EF4-FFF2-40B4-BE49-F238E27FC236}">
                <a16:creationId xmlns:a16="http://schemas.microsoft.com/office/drawing/2014/main" id="{E202789A-0E8A-4BA2-AADD-BD172CCCB0E6}"/>
              </a:ext>
            </a:extLst>
          </p:cNvPr>
          <p:cNvSpPr>
            <a:spLocks xmlns:a="http://schemas.openxmlformats.org/drawingml/2006/main" noGrp="1"/>
          </p:cNvSpPr>
          <p:nvPr/>
        </p:nvSpPr>
        <p:spPr>
          <a:xfrm xmlns:a="http://schemas.openxmlformats.org/drawingml/2006/main">
            <a:off x="1071563" y="1728788"/>
            <a:ext cx="24765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0B2235">
                    <a:alpha val="99000"/>
                  </a:srgbClr>
                </a:solidFill>
                <a:latin typeface="Inter"/>
                <a:ea typeface="Inter"/>
                <a:cs typeface="Inter"/>
              </a:rPr>
              <a:t>Chọn một kỳ đang mở</a:t>
            </a:r>
            <a:endParaRPr sz="1033"/>
          </a:p>
        </p:txBody>
      </p:sp>
      <p:sp>
        <p:nvSpPr>
          <p:cNvPr id="7" name="Text 4">
            <a:extLst xmlns:a="http://schemas.openxmlformats.org/drawingml/2006/main">
              <a:ext uri="{FF2B5EF4-FFF2-40B4-BE49-F238E27FC236}">
                <a16:creationId xmlns:a16="http://schemas.microsoft.com/office/drawing/2014/main" id="{F71914A6-B9CA-4AE7-A838-3E370B57342D}"/>
              </a:ext>
            </a:extLst>
          </p:cNvPr>
          <p:cNvSpPr>
            <a:spLocks xmlns:a="http://schemas.openxmlformats.org/drawingml/2006/main" noGrp="1"/>
          </p:cNvSpPr>
          <p:nvPr/>
        </p:nvSpPr>
        <p:spPr>
          <a:xfrm xmlns:a="http://schemas.openxmlformats.org/drawingml/2006/main">
            <a:off x="523875" y="2286000"/>
            <a:ext cx="42862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pPr>
            <a:r>
              <a:rPr sz="1710" b="1">
                <a:solidFill>
                  <a:srgbClr val="00A67E">
                    <a:alpha val="99000"/>
                  </a:srgbClr>
                </a:solidFill>
                <a:latin typeface="Space Grotesk"/>
                <a:ea typeface="Space Grotesk"/>
                <a:cs typeface="Space Grotesk"/>
              </a:rPr>
              <a:t>02</a:t>
            </a:r>
            <a:endParaRPr sz="1710"/>
          </a:p>
        </p:txBody>
      </p:sp>
      <p:sp>
        <p:nvSpPr>
          <p:cNvPr id="8" name="Text 5">
            <a:extLst xmlns:a="http://schemas.openxmlformats.org/drawingml/2006/main">
              <a:ext uri="{FF2B5EF4-FFF2-40B4-BE49-F238E27FC236}">
                <a16:creationId xmlns:a16="http://schemas.microsoft.com/office/drawing/2014/main" id="{C180FE92-D19C-49A2-BE1C-461382D00A5D}"/>
              </a:ext>
            </a:extLst>
          </p:cNvPr>
          <p:cNvSpPr>
            <a:spLocks xmlns:a="http://schemas.openxmlformats.org/drawingml/2006/main" noGrp="1"/>
          </p:cNvSpPr>
          <p:nvPr/>
        </p:nvSpPr>
        <p:spPr>
          <a:xfrm xmlns:a="http://schemas.openxmlformats.org/drawingml/2006/main">
            <a:off x="1071563" y="2324100"/>
            <a:ext cx="24765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0B2235">
                    <a:alpha val="99000"/>
                  </a:srgbClr>
                </a:solidFill>
                <a:latin typeface="Inter"/>
                <a:ea typeface="Inter"/>
                <a:cs typeface="Inter"/>
              </a:rPr>
              <a:t>Tạo mới hoặc sao chép</a:t>
            </a:r>
            <a:endParaRPr sz="1033"/>
          </a:p>
          <a:p xmlns:a="http://schemas.openxmlformats.org/drawingml/2006/main">
            <a:pPr marL="0" indent="0" algn="l">
              <a:lnSpc>
                <a:spcPts val="1250"/>
              </a:lnSpc>
              <a:buNone/>
            </a:pPr>
            <a:r>
              <a:rPr sz="1033" b="1">
                <a:solidFill>
                  <a:srgbClr val="0B2235">
                    <a:alpha val="99000"/>
                  </a:srgbClr>
                </a:solidFill>
                <a:latin typeface="Inter"/>
                <a:ea typeface="Inter"/>
                <a:cs typeface="Inter"/>
              </a:rPr>
              <a:t>đơn gần nhất</a:t>
            </a:r>
            <a:endParaRPr sz="1033"/>
          </a:p>
        </p:txBody>
      </p:sp>
      <p:sp>
        <p:nvSpPr>
          <p:cNvPr id="9" name="Text 6">
            <a:extLst xmlns:a="http://schemas.openxmlformats.org/drawingml/2006/main">
              <a:ext uri="{FF2B5EF4-FFF2-40B4-BE49-F238E27FC236}">
                <a16:creationId xmlns:a16="http://schemas.microsoft.com/office/drawing/2014/main" id="{BB73C5BC-A717-4A90-8529-F4D7C8D9483E}"/>
              </a:ext>
            </a:extLst>
          </p:cNvPr>
          <p:cNvSpPr>
            <a:spLocks xmlns:a="http://schemas.openxmlformats.org/drawingml/2006/main" noGrp="1"/>
          </p:cNvSpPr>
          <p:nvPr/>
        </p:nvSpPr>
        <p:spPr>
          <a:xfrm xmlns:a="http://schemas.openxmlformats.org/drawingml/2006/main">
            <a:off x="523875" y="3024188"/>
            <a:ext cx="42862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pPr>
            <a:r>
              <a:rPr sz="1710" b="1">
                <a:solidFill>
                  <a:srgbClr val="00A67E">
                    <a:alpha val="99000"/>
                  </a:srgbClr>
                </a:solidFill>
                <a:latin typeface="Space Grotesk"/>
                <a:ea typeface="Space Grotesk"/>
                <a:cs typeface="Space Grotesk"/>
              </a:rPr>
              <a:t>03</a:t>
            </a:r>
            <a:endParaRPr sz="1710"/>
          </a:p>
        </p:txBody>
      </p:sp>
      <p:sp>
        <p:nvSpPr>
          <p:cNvPr id="10" name="Text 7">
            <a:extLst xmlns:a="http://schemas.openxmlformats.org/drawingml/2006/main">
              <a:ext uri="{FF2B5EF4-FFF2-40B4-BE49-F238E27FC236}">
                <a16:creationId xmlns:a16="http://schemas.microsoft.com/office/drawing/2014/main" id="{365B828B-9760-43F8-B490-8DC23180122A}"/>
              </a:ext>
            </a:extLst>
          </p:cNvPr>
          <p:cNvSpPr>
            <a:spLocks xmlns:a="http://schemas.openxmlformats.org/drawingml/2006/main" noGrp="1"/>
          </p:cNvSpPr>
          <p:nvPr/>
        </p:nvSpPr>
        <p:spPr>
          <a:xfrm xmlns:a="http://schemas.openxmlformats.org/drawingml/2006/main">
            <a:off x="1071563" y="3062288"/>
            <a:ext cx="24765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0B2235">
                    <a:alpha val="99000"/>
                  </a:srgbClr>
                </a:solidFill>
                <a:latin typeface="Inter"/>
                <a:ea typeface="Inter"/>
                <a:cs typeface="Inter"/>
              </a:rPr>
              <a:t>Theo dõi đơn thường,</a:t>
            </a:r>
            <a:endParaRPr sz="1033"/>
          </a:p>
          <a:p xmlns:a="http://schemas.openxmlformats.org/drawingml/2006/main">
            <a:pPr marL="0" indent="0" algn="l">
              <a:lnSpc>
                <a:spcPts val="1250"/>
              </a:lnSpc>
              <a:buNone/>
            </a:pPr>
            <a:r>
              <a:rPr sz="1033" b="1">
                <a:solidFill>
                  <a:srgbClr val="0B2235">
                    <a:alpha val="99000"/>
                  </a:srgbClr>
                </a:solidFill>
                <a:latin typeface="Inter"/>
                <a:ea typeface="Inter"/>
                <a:cs typeface="Inter"/>
              </a:rPr>
              <a:t>đơn bổ sung và lịch sử</a:t>
            </a:r>
            <a:endParaRPr sz="1033"/>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6a5aa4cbf45e4f74"/>
          <a:srcRect xmlns:a="http://schemas.openxmlformats.org/drawingml/2006/main" l="0" t="0" r="0" b="0"/>
          <a:stretch xmlns:a="http://schemas.openxmlformats.org/drawingml/2006/main"/>
        </p:blipFill>
        <p:spPr>
          <a:xfrm xmlns:a="http://schemas.openxmlformats.org/drawingml/2006/main">
            <a:off x="3929063" y="809625"/>
            <a:ext cx="4810125" cy="2705100"/>
          </a:xfrm>
          <a:prstGeom xmlns:a="http://schemas.openxmlformats.org/drawingml/2006/main" prst="rect">
            <a:avLst/>
          </a:prstGeom>
        </p:spPr>
      </p:pic>
      <p:sp>
        <p:nvSpPr>
          <p:cNvPr id="12" name="Shape 8">
            <a:extLst xmlns:a="http://schemas.openxmlformats.org/drawingml/2006/main">
              <a:ext uri="{FF2B5EF4-FFF2-40B4-BE49-F238E27FC236}">
                <a16:creationId xmlns:a16="http://schemas.microsoft.com/office/drawing/2014/main" id="{F899692A-E4DA-4994-B3E0-9CEB6413B5F8}"/>
              </a:ext>
            </a:extLst>
          </p:cNvPr>
          <p:cNvSpPr>
            <a:spLocks xmlns:a="http://schemas.openxmlformats.org/drawingml/2006/main" noGrp="1"/>
          </p:cNvSpPr>
          <p:nvPr/>
        </p:nvSpPr>
        <p:spPr>
          <a:xfrm xmlns:a="http://schemas.openxmlformats.org/drawingml/2006/main">
            <a:off x="7596187" y="500063"/>
            <a:ext cx="1047750" cy="190500"/>
          </a:xfrm>
          <a:prstGeom xmlns:a="http://schemas.openxmlformats.org/drawingml/2006/main" prst="rect">
            <a:avLst/>
          </a:prstGeom>
          <a:solidFill xmlns:a="http://schemas.openxmlformats.org/drawingml/2006/main">
            <a:srgbClr val="F7D75C"/>
          </a:solidFill>
        </p:spPr>
      </p:sp>
      <p:sp>
        <p:nvSpPr>
          <p:cNvPr id="13" name="Text 9">
            <a:extLst xmlns:a="http://schemas.openxmlformats.org/drawingml/2006/main">
              <a:ext uri="{FF2B5EF4-FFF2-40B4-BE49-F238E27FC236}">
                <a16:creationId xmlns:a16="http://schemas.microsoft.com/office/drawing/2014/main" id="{353D4177-9789-407B-B6C9-680AF1C0893A}"/>
              </a:ext>
            </a:extLst>
          </p:cNvPr>
          <p:cNvSpPr>
            <a:spLocks xmlns:a="http://schemas.openxmlformats.org/drawingml/2006/main" noGrp="1"/>
          </p:cNvSpPr>
          <p:nvPr/>
        </p:nvSpPr>
        <p:spPr>
          <a:xfrm xmlns:a="http://schemas.openxmlformats.org/drawingml/2006/main">
            <a:off x="7643813" y="528638"/>
            <a:ext cx="952500"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91"/>
              </a:lnSpc>
              <a:buNone/>
            </a:pPr>
            <a:r>
              <a:rPr sz="855" b="1">
                <a:solidFill>
                  <a:srgbClr val="111315">
                    <a:alpha val="99000"/>
                  </a:srgbClr>
                </a:solidFill>
                <a:latin typeface="Space Grotesk"/>
                <a:ea typeface="Space Grotesk"/>
                <a:cs typeface="Space Grotesk"/>
              </a:rPr>
              <a:t>KỲ 08/2026</a:t>
            </a:r>
            <a:endParaRPr sz="855"/>
          </a:p>
        </p:txBody>
      </p:sp>
      <p:sp>
        <p:nvSpPr>
          <p:cNvPr id="14" name="Text 10">
            <a:extLst xmlns:a="http://schemas.openxmlformats.org/drawingml/2006/main">
              <a:ext uri="{FF2B5EF4-FFF2-40B4-BE49-F238E27FC236}">
                <a16:creationId xmlns:a16="http://schemas.microsoft.com/office/drawing/2014/main" id="{FAC8B358-101B-4B82-B28A-CF1F5D8FBCA2}"/>
              </a:ext>
            </a:extLst>
          </p:cNvPr>
          <p:cNvSpPr>
            <a:spLocks xmlns:a="http://schemas.openxmlformats.org/drawingml/2006/main" noGrp="1"/>
          </p:cNvSpPr>
          <p:nvPr/>
        </p:nvSpPr>
        <p:spPr>
          <a:xfrm xmlns:a="http://schemas.openxmlformats.org/drawingml/2006/main">
            <a:off x="3929063" y="3690937"/>
            <a:ext cx="46672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b="1">
                <a:solidFill>
                  <a:srgbClr val="0B2235">
                    <a:alpha val="99000"/>
                  </a:srgbClr>
                </a:solidFill>
                <a:latin typeface="Inter"/>
                <a:ea typeface="Inter"/>
                <a:cs typeface="Inter"/>
              </a:rPr>
              <a:t>Kỳ và lịch riêng được hệ thống kiểm tra lại trước khi lưu.</a:t>
            </a:r>
            <a:endParaRPr sz="855"/>
          </a:p>
        </p:txBody>
      </p:sp>
      <p:sp>
        <p:nvSpPr>
          <p:cNvPr id="15" name="Text 11">
            <a:extLst xmlns:a="http://schemas.openxmlformats.org/drawingml/2006/main">
              <a:ext uri="{FF2B5EF4-FFF2-40B4-BE49-F238E27FC236}">
                <a16:creationId xmlns:a16="http://schemas.microsoft.com/office/drawing/2014/main" id="{5C44E44B-46C1-4231-935E-3698EAF2862A}"/>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0B2235">
                    <a:alpha val="99000"/>
                  </a:srgbClr>
                </a:solidFill>
                <a:latin typeface="Inter"/>
                <a:ea typeface="Inter"/>
                <a:cs typeface="Inter"/>
              </a:rPr>
              <a:t>10</a:t>
            </a:r>
            <a:endParaRPr sz="748"/>
          </a:p>
        </p:txBody>
      </p:sp>
      <p:sp>
        <p:nvSpPr>
          <p:cNvPr id="16" name="Shape 12">
            <a:extLst xmlns:a="http://schemas.openxmlformats.org/drawingml/2006/main">
              <a:ext uri="{FF2B5EF4-FFF2-40B4-BE49-F238E27FC236}">
                <a16:creationId xmlns:a16="http://schemas.microsoft.com/office/drawing/2014/main" id="{AFA0B335-01EA-44C3-B691-32C73399444D}"/>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B2235"/>
          </a:solidFill>
        </p:spPr>
      </p:sp>
    </p:spTree>
    <p:extLst>
      <p:ext uri="{BB962C8B-B14F-4D97-AF65-F5344CB8AC3E}">
        <p14:creationId xmlns:p14="http://schemas.microsoft.com/office/powerpoint/2010/main" val="1953026125"/>
      </p:ext>
    </p:extLst>
  </p:cSld>
</p:sld>
</file>

<file path=ppt/slides/slide11.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743E8FB1-0B80-4121-9CE9-06BEC768F74D}"/>
              </a:ext>
            </a:extLst>
          </p:cNvPr>
          <p:cNvSpPr>
            <a:spLocks xmlns:a="http://schemas.openxmlformats.org/drawingml/2006/main" noGrp="1"/>
          </p:cNvSpPr>
          <p:nvPr/>
        </p:nvSpPr>
        <p:spPr>
          <a:xfrm xmlns:a="http://schemas.openxmlformats.org/drawingml/2006/main">
            <a:off x="523875" y="314325"/>
            <a:ext cx="428625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5A615F">
                    <a:alpha val="99000"/>
                  </a:srgbClr>
                </a:solidFill>
                <a:latin typeface="Inter"/>
                <a:ea typeface="Inter"/>
                <a:cs typeface="Inter"/>
              </a:rPr>
              <a:t>10  ·  CHỐT KỲ</a:t>
            </a:r>
            <a:endParaRPr sz="819"/>
          </a:p>
        </p:txBody>
      </p:sp>
      <p:sp>
        <p:nvSpPr>
          <p:cNvPr id="4" name="Text 1">
            <a:extLst xmlns:a="http://schemas.openxmlformats.org/drawingml/2006/main">
              <a:ext uri="{FF2B5EF4-FFF2-40B4-BE49-F238E27FC236}">
                <a16:creationId xmlns:a16="http://schemas.microsoft.com/office/drawing/2014/main" id="{54EC2700-48B5-4A76-862C-FFF418C93D3E}"/>
              </a:ext>
            </a:extLst>
          </p:cNvPr>
          <p:cNvSpPr>
            <a:spLocks xmlns:a="http://schemas.openxmlformats.org/drawingml/2006/main" noGrp="1"/>
          </p:cNvSpPr>
          <p:nvPr/>
        </p:nvSpPr>
        <p:spPr>
          <a:xfrm xmlns:a="http://schemas.openxmlformats.org/drawingml/2006/main">
            <a:off x="523875" y="547688"/>
            <a:ext cx="4762500"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708" b="1">
                <a:solidFill>
                  <a:srgbClr val="0B2235">
                    <a:alpha val="99000"/>
                  </a:srgbClr>
                </a:solidFill>
                <a:latin typeface="Inter"/>
                <a:ea typeface="Inter"/>
                <a:cs typeface="Inter"/>
              </a:rPr>
              <a:t>Chốt kỳ bắt đầu từ</a:t>
            </a:r>
          </a:p>
          <a:p xmlns:a="http://schemas.openxmlformats.org/drawingml/2006/main">
            <a:pPr marL="0" algn="l"/>
            <a:r>
              <a:rPr sz="2708" b="1">
                <a:solidFill>
                  <a:srgbClr val="0B2235">
                    <a:alpha val="99000"/>
                  </a:srgbClr>
                </a:solidFill>
                <a:latin typeface="Inter"/>
                <a:ea typeface="Inter"/>
                <a:cs typeface="Inter"/>
              </a:rPr>
              <a:t>dữ liệu đã rà soát</a:t>
            </a:r>
          </a:p>
        </p:txBody>
      </p:sp>
      <p:sp>
        <p:nvSpPr>
          <p:cNvPr id="5" name="Shape 2">
            <a:extLst xmlns:a="http://schemas.openxmlformats.org/drawingml/2006/main">
              <a:ext uri="{FF2B5EF4-FFF2-40B4-BE49-F238E27FC236}">
                <a16:creationId xmlns:a16="http://schemas.microsoft.com/office/drawing/2014/main" id="{0739A1A6-F118-471E-A95E-F9957172A3B1}"/>
              </a:ext>
            </a:extLst>
          </p:cNvPr>
          <p:cNvSpPr>
            <a:spLocks xmlns:a="http://schemas.openxmlformats.org/drawingml/2006/main" noGrp="1"/>
          </p:cNvSpPr>
          <p:nvPr/>
        </p:nvSpPr>
        <p:spPr>
          <a:xfrm xmlns:a="http://schemas.openxmlformats.org/drawingml/2006/main">
            <a:off x="7429500" y="-714375"/>
            <a:ext cx="2476500" cy="2476500"/>
          </a:xfrm>
          <a:prstGeom xmlns:a="http://schemas.openxmlformats.org/drawingml/2006/main" prst="ellipse">
            <a:avLst/>
          </a:prstGeom>
          <a:solidFill xmlns:a="http://schemas.openxmlformats.org/drawingml/2006/main">
            <a:srgbClr val="FF4D3D"/>
          </a:solidFill>
        </p:spPr>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a09910212fe34b23"/>
          <a:srcRect xmlns:a="http://schemas.openxmlformats.org/drawingml/2006/main" l="0" t="0" r="0" b="0"/>
          <a:stretch xmlns:a="http://schemas.openxmlformats.org/drawingml/2006/main"/>
        </p:blipFill>
        <p:spPr>
          <a:xfrm xmlns:a="http://schemas.openxmlformats.org/drawingml/2006/main">
            <a:off x="523875" y="1738313"/>
            <a:ext cx="5619750" cy="1690688"/>
          </a:xfrm>
          <a:prstGeom xmlns:a="http://schemas.openxmlformats.org/drawingml/2006/main" prst="rect">
            <a:avLst/>
          </a:prstGeom>
        </p:spPr>
      </p:pic>
      <p:sp>
        <p:nvSpPr>
          <p:cNvPr id="7" name="Text 3">
            <a:extLst xmlns:a="http://schemas.openxmlformats.org/drawingml/2006/main">
              <a:ext uri="{FF2B5EF4-FFF2-40B4-BE49-F238E27FC236}">
                <a16:creationId xmlns:a16="http://schemas.microsoft.com/office/drawing/2014/main" id="{1053A8F4-DA2C-4C9F-B75F-9CF38AF0FD81}"/>
              </a:ext>
            </a:extLst>
          </p:cNvPr>
          <p:cNvSpPr>
            <a:spLocks xmlns:a="http://schemas.openxmlformats.org/drawingml/2006/main" noGrp="1"/>
          </p:cNvSpPr>
          <p:nvPr/>
        </p:nvSpPr>
        <p:spPr>
          <a:xfrm xmlns:a="http://schemas.openxmlformats.org/drawingml/2006/main">
            <a:off x="6524625" y="1857375"/>
            <a:ext cx="1857375"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A615F">
                    <a:alpha val="99000"/>
                  </a:srgbClr>
                </a:solidFill>
                <a:latin typeface="Inter"/>
                <a:ea typeface="Inter"/>
                <a:cs typeface="Inter"/>
              </a:rPr>
              <a:t>GIÁ TRỊ TRƯỚC VAT</a:t>
            </a:r>
            <a:endParaRPr sz="784"/>
          </a:p>
        </p:txBody>
      </p:sp>
      <p:sp>
        <p:nvSpPr>
          <p:cNvPr id="8" name="Text 4">
            <a:extLst xmlns:a="http://schemas.openxmlformats.org/drawingml/2006/main">
              <a:ext uri="{FF2B5EF4-FFF2-40B4-BE49-F238E27FC236}">
                <a16:creationId xmlns:a16="http://schemas.microsoft.com/office/drawing/2014/main" id="{2B3899E4-4BCA-41B5-A381-0FDF5A7A2003}"/>
              </a:ext>
            </a:extLst>
          </p:cNvPr>
          <p:cNvSpPr>
            <a:spLocks xmlns:a="http://schemas.openxmlformats.org/drawingml/2006/main" noGrp="1"/>
          </p:cNvSpPr>
          <p:nvPr/>
        </p:nvSpPr>
        <p:spPr>
          <a:xfrm xmlns:a="http://schemas.openxmlformats.org/drawingml/2006/main">
            <a:off x="6524625" y="2057400"/>
            <a:ext cx="185737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2091"/>
              </a:lnSpc>
              <a:buNone/>
            </a:pPr>
            <a:r>
              <a:rPr sz="1639" b="1">
                <a:solidFill>
                  <a:srgbClr val="0B2235">
                    <a:alpha val="99000"/>
                  </a:srgbClr>
                </a:solidFill>
                <a:latin typeface="Space Grotesk"/>
                <a:ea typeface="Space Grotesk"/>
                <a:cs typeface="Space Grotesk"/>
              </a:rPr>
              <a:t>129.741.750</a:t>
            </a:r>
            <a:endParaRPr sz="1639"/>
          </a:p>
        </p:txBody>
      </p:sp>
      <p:sp>
        <p:nvSpPr>
          <p:cNvPr id="9" name="Text 5">
            <a:extLst xmlns:a="http://schemas.openxmlformats.org/drawingml/2006/main">
              <a:ext uri="{FF2B5EF4-FFF2-40B4-BE49-F238E27FC236}">
                <a16:creationId xmlns:a16="http://schemas.microsoft.com/office/drawing/2014/main" id="{29B632A1-AF80-476C-8924-73C5FE332FCB}"/>
              </a:ext>
            </a:extLst>
          </p:cNvPr>
          <p:cNvSpPr>
            <a:spLocks xmlns:a="http://schemas.openxmlformats.org/drawingml/2006/main" noGrp="1"/>
          </p:cNvSpPr>
          <p:nvPr/>
        </p:nvSpPr>
        <p:spPr>
          <a:xfrm xmlns:a="http://schemas.openxmlformats.org/drawingml/2006/main">
            <a:off x="6524625" y="2524125"/>
            <a:ext cx="1857375"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A615F">
                    <a:alpha val="99000"/>
                  </a:srgbClr>
                </a:solidFill>
                <a:latin typeface="Inter"/>
                <a:ea typeface="Inter"/>
                <a:cs typeface="Inter"/>
              </a:rPr>
              <a:t>THUẾ VAT</a:t>
            </a:r>
            <a:endParaRPr sz="784"/>
          </a:p>
        </p:txBody>
      </p:sp>
      <p:sp>
        <p:nvSpPr>
          <p:cNvPr id="10" name="Text 6">
            <a:extLst xmlns:a="http://schemas.openxmlformats.org/drawingml/2006/main">
              <a:ext uri="{FF2B5EF4-FFF2-40B4-BE49-F238E27FC236}">
                <a16:creationId xmlns:a16="http://schemas.microsoft.com/office/drawing/2014/main" id="{BE2F3CA7-A384-412B-BE63-19BC22CB6737}"/>
              </a:ext>
            </a:extLst>
          </p:cNvPr>
          <p:cNvSpPr>
            <a:spLocks xmlns:a="http://schemas.openxmlformats.org/drawingml/2006/main" noGrp="1"/>
          </p:cNvSpPr>
          <p:nvPr/>
        </p:nvSpPr>
        <p:spPr>
          <a:xfrm xmlns:a="http://schemas.openxmlformats.org/drawingml/2006/main">
            <a:off x="6524625" y="2724150"/>
            <a:ext cx="185737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2091"/>
              </a:lnSpc>
              <a:buNone/>
            </a:pPr>
            <a:r>
              <a:rPr sz="1639" b="1">
                <a:solidFill>
                  <a:srgbClr val="00A67E">
                    <a:alpha val="99000"/>
                  </a:srgbClr>
                </a:solidFill>
                <a:latin typeface="Space Grotesk"/>
                <a:ea typeface="Space Grotesk"/>
                <a:cs typeface="Space Grotesk"/>
              </a:rPr>
              <a:t>10.379.339</a:t>
            </a:r>
            <a:endParaRPr sz="1639"/>
          </a:p>
        </p:txBody>
      </p:sp>
      <p:sp>
        <p:nvSpPr>
          <p:cNvPr id="11" name="Shape 7">
            <a:extLst xmlns:a="http://schemas.openxmlformats.org/drawingml/2006/main">
              <a:ext uri="{FF2B5EF4-FFF2-40B4-BE49-F238E27FC236}">
                <a16:creationId xmlns:a16="http://schemas.microsoft.com/office/drawing/2014/main" id="{BD1788A4-6B67-4DED-9916-AB874E6ACF0E}"/>
              </a:ext>
            </a:extLst>
          </p:cNvPr>
          <p:cNvSpPr>
            <a:spLocks xmlns:a="http://schemas.openxmlformats.org/drawingml/2006/main" noGrp="1"/>
          </p:cNvSpPr>
          <p:nvPr/>
        </p:nvSpPr>
        <p:spPr>
          <a:xfrm xmlns:a="http://schemas.openxmlformats.org/drawingml/2006/main">
            <a:off x="6524625" y="3124200"/>
            <a:ext cx="1857375" cy="14288"/>
          </a:xfrm>
          <a:prstGeom xmlns:a="http://schemas.openxmlformats.org/drawingml/2006/main" prst="rect">
            <a:avLst/>
          </a:prstGeom>
          <a:solidFill xmlns:a="http://schemas.openxmlformats.org/drawingml/2006/main">
            <a:srgbClr val="0B2235"/>
          </a:solidFill>
        </p:spPr>
      </p:sp>
      <p:sp>
        <p:nvSpPr>
          <p:cNvPr id="12" name="Text 8">
            <a:extLst xmlns:a="http://schemas.openxmlformats.org/drawingml/2006/main">
              <a:ext uri="{FF2B5EF4-FFF2-40B4-BE49-F238E27FC236}">
                <a16:creationId xmlns:a16="http://schemas.microsoft.com/office/drawing/2014/main" id="{345698CA-A388-4246-AC0E-CE4FB64F8E42}"/>
              </a:ext>
            </a:extLst>
          </p:cNvPr>
          <p:cNvSpPr>
            <a:spLocks xmlns:a="http://schemas.openxmlformats.org/drawingml/2006/main" noGrp="1"/>
          </p:cNvSpPr>
          <p:nvPr/>
        </p:nvSpPr>
        <p:spPr>
          <a:xfrm xmlns:a="http://schemas.openxmlformats.org/drawingml/2006/main">
            <a:off x="6524625" y="3238500"/>
            <a:ext cx="1857375"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A615F">
                    <a:alpha val="99000"/>
                  </a:srgbClr>
                </a:solidFill>
                <a:latin typeface="Inter"/>
                <a:ea typeface="Inter"/>
                <a:cs typeface="Inter"/>
              </a:rPr>
              <a:t>TỔNG GIÁ TRỊ</a:t>
            </a:r>
            <a:endParaRPr sz="784"/>
          </a:p>
        </p:txBody>
      </p:sp>
      <p:sp>
        <p:nvSpPr>
          <p:cNvPr id="13" name="Text 9">
            <a:extLst xmlns:a="http://schemas.openxmlformats.org/drawingml/2006/main">
              <a:ext uri="{FF2B5EF4-FFF2-40B4-BE49-F238E27FC236}">
                <a16:creationId xmlns:a16="http://schemas.microsoft.com/office/drawing/2014/main" id="{2C5BC3F3-5279-4CE3-A9F4-4B609C5922DA}"/>
              </a:ext>
            </a:extLst>
          </p:cNvPr>
          <p:cNvSpPr>
            <a:spLocks xmlns:a="http://schemas.openxmlformats.org/drawingml/2006/main" noGrp="1"/>
          </p:cNvSpPr>
          <p:nvPr/>
        </p:nvSpPr>
        <p:spPr>
          <a:xfrm xmlns:a="http://schemas.openxmlformats.org/drawingml/2006/main">
            <a:off x="6524625" y="3438525"/>
            <a:ext cx="185737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2182"/>
              </a:lnSpc>
              <a:buNone/>
            </a:pPr>
            <a:r>
              <a:rPr sz="1710" b="1">
                <a:solidFill>
                  <a:srgbClr val="0B2235">
                    <a:alpha val="99000"/>
                  </a:srgbClr>
                </a:solidFill>
                <a:latin typeface="Space Grotesk"/>
                <a:ea typeface="Space Grotesk"/>
                <a:cs typeface="Space Grotesk"/>
              </a:rPr>
              <a:t>140.121.089</a:t>
            </a:r>
            <a:endParaRPr sz="1710"/>
          </a:p>
        </p:txBody>
      </p:sp>
      <p:sp>
        <p:nvSpPr>
          <p:cNvPr id="14" name="Text 10">
            <a:extLst xmlns:a="http://schemas.openxmlformats.org/drawingml/2006/main">
              <a:ext uri="{FF2B5EF4-FFF2-40B4-BE49-F238E27FC236}">
                <a16:creationId xmlns:a16="http://schemas.microsoft.com/office/drawing/2014/main" id="{C3E99AD3-3C39-4D81-8609-2E452D787213}"/>
              </a:ext>
            </a:extLst>
          </p:cNvPr>
          <p:cNvSpPr>
            <a:spLocks xmlns:a="http://schemas.openxmlformats.org/drawingml/2006/main" noGrp="1"/>
          </p:cNvSpPr>
          <p:nvPr/>
        </p:nvSpPr>
        <p:spPr>
          <a:xfrm xmlns:a="http://schemas.openxmlformats.org/drawingml/2006/main">
            <a:off x="523875" y="4048125"/>
            <a:ext cx="1190625"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b="1">
                <a:solidFill>
                  <a:srgbClr val="0B2235">
                    <a:alpha val="99000"/>
                  </a:srgbClr>
                </a:solidFill>
                <a:latin typeface="Inter"/>
                <a:ea typeface="Inter"/>
                <a:cs typeface="Inter"/>
              </a:rPr>
              <a:t>Theo dõi kỳ</a:t>
            </a:r>
            <a:endParaRPr sz="855"/>
          </a:p>
        </p:txBody>
      </p:sp>
      <p:sp>
        <p:nvSpPr>
          <p:cNvPr id="15" name="Text 11">
            <a:extLst xmlns:a="http://schemas.openxmlformats.org/drawingml/2006/main">
              <a:ext uri="{FF2B5EF4-FFF2-40B4-BE49-F238E27FC236}">
                <a16:creationId xmlns:a16="http://schemas.microsoft.com/office/drawing/2014/main" id="{55DC7B2D-5537-4DC5-9EFC-132A6305C9B3}"/>
              </a:ext>
            </a:extLst>
          </p:cNvPr>
          <p:cNvSpPr>
            <a:spLocks xmlns:a="http://schemas.openxmlformats.org/drawingml/2006/main" noGrp="1"/>
          </p:cNvSpPr>
          <p:nvPr/>
        </p:nvSpPr>
        <p:spPr>
          <a:xfrm xmlns:a="http://schemas.openxmlformats.org/drawingml/2006/main">
            <a:off x="1738313" y="4010025"/>
            <a:ext cx="2381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55"/>
              </a:lnSpc>
              <a:buNone/>
            </a:pPr>
            <a:r>
              <a:rPr sz="1140" b="1">
                <a:solidFill>
                  <a:srgbClr val="00A67E">
                    <a:alpha val="99000"/>
                  </a:srgbClr>
                </a:solidFill>
                <a:latin typeface="Space Grotesk"/>
                <a:ea typeface="Space Grotesk"/>
                <a:cs typeface="Space Grotesk"/>
              </a:rPr>
              <a:t>→</a:t>
            </a:r>
            <a:endParaRPr sz="1140"/>
          </a:p>
        </p:txBody>
      </p:sp>
      <p:sp>
        <p:nvSpPr>
          <p:cNvPr id="16" name="Text 12">
            <a:extLst xmlns:a="http://schemas.openxmlformats.org/drawingml/2006/main">
              <a:ext uri="{FF2B5EF4-FFF2-40B4-BE49-F238E27FC236}">
                <a16:creationId xmlns:a16="http://schemas.microsoft.com/office/drawing/2014/main" id="{A2B77EA6-64B5-4DA7-8986-2BC80E5A84BF}"/>
              </a:ext>
            </a:extLst>
          </p:cNvPr>
          <p:cNvSpPr>
            <a:spLocks xmlns:a="http://schemas.openxmlformats.org/drawingml/2006/main" noGrp="1"/>
          </p:cNvSpPr>
          <p:nvPr/>
        </p:nvSpPr>
        <p:spPr>
          <a:xfrm xmlns:a="http://schemas.openxmlformats.org/drawingml/2006/main">
            <a:off x="2024062" y="4048125"/>
            <a:ext cx="133350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b="1">
                <a:solidFill>
                  <a:srgbClr val="0B2235">
                    <a:alpha val="99000"/>
                  </a:srgbClr>
                </a:solidFill>
                <a:latin typeface="Inter"/>
                <a:ea typeface="Inter"/>
                <a:cs typeface="Inter"/>
              </a:rPr>
              <a:t>Duyệt bổ sung</a:t>
            </a:r>
            <a:endParaRPr sz="855"/>
          </a:p>
        </p:txBody>
      </p:sp>
      <p:sp>
        <p:nvSpPr>
          <p:cNvPr id="17" name="Text 13">
            <a:extLst xmlns:a="http://schemas.openxmlformats.org/drawingml/2006/main">
              <a:ext uri="{FF2B5EF4-FFF2-40B4-BE49-F238E27FC236}">
                <a16:creationId xmlns:a16="http://schemas.microsoft.com/office/drawing/2014/main" id="{7FC0BEEC-2358-4BED-9DFE-959A50531991}"/>
              </a:ext>
            </a:extLst>
          </p:cNvPr>
          <p:cNvSpPr>
            <a:spLocks xmlns:a="http://schemas.openxmlformats.org/drawingml/2006/main" noGrp="1"/>
          </p:cNvSpPr>
          <p:nvPr/>
        </p:nvSpPr>
        <p:spPr>
          <a:xfrm xmlns:a="http://schemas.openxmlformats.org/drawingml/2006/main">
            <a:off x="3381375" y="4010025"/>
            <a:ext cx="2381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55"/>
              </a:lnSpc>
              <a:buNone/>
            </a:pPr>
            <a:r>
              <a:rPr sz="1140" b="1">
                <a:solidFill>
                  <a:srgbClr val="00A67E">
                    <a:alpha val="99000"/>
                  </a:srgbClr>
                </a:solidFill>
                <a:latin typeface="Space Grotesk"/>
                <a:ea typeface="Space Grotesk"/>
                <a:cs typeface="Space Grotesk"/>
              </a:rPr>
              <a:t>→</a:t>
            </a:r>
            <a:endParaRPr sz="1140"/>
          </a:p>
        </p:txBody>
      </p:sp>
      <p:sp>
        <p:nvSpPr>
          <p:cNvPr id="18" name="Text 14">
            <a:extLst xmlns:a="http://schemas.openxmlformats.org/drawingml/2006/main">
              <a:ext uri="{FF2B5EF4-FFF2-40B4-BE49-F238E27FC236}">
                <a16:creationId xmlns:a16="http://schemas.microsoft.com/office/drawing/2014/main" id="{57FE9CFC-3D09-46F3-8F1E-B17287283B89}"/>
              </a:ext>
            </a:extLst>
          </p:cNvPr>
          <p:cNvSpPr>
            <a:spLocks xmlns:a="http://schemas.openxmlformats.org/drawingml/2006/main" noGrp="1"/>
          </p:cNvSpPr>
          <p:nvPr/>
        </p:nvSpPr>
        <p:spPr>
          <a:xfrm xmlns:a="http://schemas.openxmlformats.org/drawingml/2006/main">
            <a:off x="3667125" y="3933825"/>
            <a:ext cx="17145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0B2235">
                    <a:alpha val="99000"/>
                  </a:srgbClr>
                </a:solidFill>
                <a:latin typeface="Inter"/>
                <a:ea typeface="Inter"/>
                <a:cs typeface="Inter"/>
              </a:rPr>
              <a:t>Chọn nhà cung cấp</a:t>
            </a:r>
            <a:endParaRPr sz="784"/>
          </a:p>
          <a:p xmlns:a="http://schemas.openxmlformats.org/drawingml/2006/main">
            <a:pPr marL="0" indent="0" algn="l">
              <a:lnSpc>
                <a:spcPts val="949"/>
              </a:lnSpc>
              <a:buNone/>
            </a:pPr>
            <a:r>
              <a:rPr sz="784" b="1">
                <a:solidFill>
                  <a:srgbClr val="0B2235">
                    <a:alpha val="99000"/>
                  </a:srgbClr>
                </a:solidFill>
                <a:latin typeface="Inter"/>
                <a:ea typeface="Inter"/>
                <a:cs typeface="Inter"/>
              </a:rPr>
              <a:t>+ bảng giá</a:t>
            </a:r>
            <a:endParaRPr sz="784"/>
          </a:p>
        </p:txBody>
      </p:sp>
      <p:sp>
        <p:nvSpPr>
          <p:cNvPr id="19" name="Text 15">
            <a:extLst xmlns:a="http://schemas.openxmlformats.org/drawingml/2006/main">
              <a:ext uri="{FF2B5EF4-FFF2-40B4-BE49-F238E27FC236}">
                <a16:creationId xmlns:a16="http://schemas.microsoft.com/office/drawing/2014/main" id="{E43452E2-2812-47F9-B197-B722794D3056}"/>
              </a:ext>
            </a:extLst>
          </p:cNvPr>
          <p:cNvSpPr>
            <a:spLocks xmlns:a="http://schemas.openxmlformats.org/drawingml/2006/main" noGrp="1"/>
          </p:cNvSpPr>
          <p:nvPr/>
        </p:nvSpPr>
        <p:spPr>
          <a:xfrm xmlns:a="http://schemas.openxmlformats.org/drawingml/2006/main">
            <a:off x="5429250" y="4010025"/>
            <a:ext cx="2381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55"/>
              </a:lnSpc>
              <a:buNone/>
            </a:pPr>
            <a:r>
              <a:rPr sz="1140" b="1">
                <a:solidFill>
                  <a:srgbClr val="00A67E">
                    <a:alpha val="99000"/>
                  </a:srgbClr>
                </a:solidFill>
                <a:latin typeface="Space Grotesk"/>
                <a:ea typeface="Space Grotesk"/>
                <a:cs typeface="Space Grotesk"/>
              </a:rPr>
              <a:t>→</a:t>
            </a:r>
            <a:endParaRPr sz="1140"/>
          </a:p>
        </p:txBody>
      </p:sp>
      <p:sp>
        <p:nvSpPr>
          <p:cNvPr id="20" name="Text 16">
            <a:extLst xmlns:a="http://schemas.openxmlformats.org/drawingml/2006/main">
              <a:ext uri="{FF2B5EF4-FFF2-40B4-BE49-F238E27FC236}">
                <a16:creationId xmlns:a16="http://schemas.microsoft.com/office/drawing/2014/main" id="{8EDAC63F-6C42-449D-9D09-C3536AAAB506}"/>
              </a:ext>
            </a:extLst>
          </p:cNvPr>
          <p:cNvSpPr>
            <a:spLocks xmlns:a="http://schemas.openxmlformats.org/drawingml/2006/main" noGrp="1"/>
          </p:cNvSpPr>
          <p:nvPr/>
        </p:nvSpPr>
        <p:spPr>
          <a:xfrm xmlns:a="http://schemas.openxmlformats.org/drawingml/2006/main">
            <a:off x="5715000" y="4048125"/>
            <a:ext cx="14287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b="1">
                <a:solidFill>
                  <a:srgbClr val="0B2235">
                    <a:alpha val="99000"/>
                  </a:srgbClr>
                </a:solidFill>
                <a:latin typeface="Inter"/>
                <a:ea typeface="Inter"/>
                <a:cs typeface="Inter"/>
              </a:rPr>
              <a:t>Xác nhận chốt</a:t>
            </a:r>
            <a:endParaRPr sz="855"/>
          </a:p>
        </p:txBody>
      </p:sp>
      <p:sp>
        <p:nvSpPr>
          <p:cNvPr id="21" name="Text 17">
            <a:extLst xmlns:a="http://schemas.openxmlformats.org/drawingml/2006/main">
              <a:ext uri="{FF2B5EF4-FFF2-40B4-BE49-F238E27FC236}">
                <a16:creationId xmlns:a16="http://schemas.microsoft.com/office/drawing/2014/main" id="{AA0C3098-8683-43DC-AC19-F3650E1E7AF8}"/>
              </a:ext>
            </a:extLst>
          </p:cNvPr>
          <p:cNvSpPr>
            <a:spLocks xmlns:a="http://schemas.openxmlformats.org/drawingml/2006/main" noGrp="1"/>
          </p:cNvSpPr>
          <p:nvPr/>
        </p:nvSpPr>
        <p:spPr>
          <a:xfrm xmlns:a="http://schemas.openxmlformats.org/drawingml/2006/main">
            <a:off x="523875" y="4405313"/>
            <a:ext cx="638175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a:solidFill>
                  <a:srgbClr val="5A615F">
                    <a:alpha val="99000"/>
                  </a:srgbClr>
                </a:solidFill>
                <a:latin typeface="Inter"/>
                <a:ea typeface="Inter"/>
                <a:cs typeface="Inter"/>
              </a:rPr>
              <a:t>Có thể chốt sớm khi kỳ đã đóng và không còn đơn bổ sung chờ duyệt.</a:t>
            </a:r>
            <a:endParaRPr sz="855"/>
          </a:p>
        </p:txBody>
      </p:sp>
      <p:sp>
        <p:nvSpPr>
          <p:cNvPr id="22" name="Text 18">
            <a:extLst xmlns:a="http://schemas.openxmlformats.org/drawingml/2006/main">
              <a:ext uri="{FF2B5EF4-FFF2-40B4-BE49-F238E27FC236}">
                <a16:creationId xmlns:a16="http://schemas.microsoft.com/office/drawing/2014/main" id="{576A1739-9118-433F-B1FE-7084800B3FE0}"/>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0B2235">
                    <a:alpha val="99000"/>
                  </a:srgbClr>
                </a:solidFill>
                <a:latin typeface="Inter"/>
                <a:ea typeface="Inter"/>
                <a:cs typeface="Inter"/>
              </a:rPr>
              <a:t>11</a:t>
            </a:r>
            <a:endParaRPr sz="748"/>
          </a:p>
        </p:txBody>
      </p:sp>
      <p:sp>
        <p:nvSpPr>
          <p:cNvPr id="23" name="Shape 19">
            <a:extLst xmlns:a="http://schemas.openxmlformats.org/drawingml/2006/main">
              <a:ext uri="{FF2B5EF4-FFF2-40B4-BE49-F238E27FC236}">
                <a16:creationId xmlns:a16="http://schemas.microsoft.com/office/drawing/2014/main" id="{64C47E61-544D-49E7-B3A4-C39DB0408BA5}"/>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B2235"/>
          </a:solidFill>
        </p:spPr>
      </p:sp>
    </p:spTree>
    <p:extLst>
      <p:ext uri="{BB962C8B-B14F-4D97-AF65-F5344CB8AC3E}">
        <p14:creationId xmlns:p14="http://schemas.microsoft.com/office/powerpoint/2010/main" val="1223033785"/>
      </p:ext>
    </p:extLst>
  </p:cSld>
</p:sld>
</file>

<file path=ppt/slides/slide12.xml><?xml version="1.0" encoding="utf-8"?>
<p:sld xmlns:p="http://schemas.openxmlformats.org/presentationml/2006/main">
  <p:cSld>
    <p:bg>
      <p:bgPr>
        <a:solidFill xmlns:a="http://schemas.openxmlformats.org/drawingml/2006/main">
          <a:srgbClr val="D8F2E9"/>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3DA58BDC-594A-4A5A-BE65-F69DCDDE250C}"/>
              </a:ext>
            </a:extLst>
          </p:cNvPr>
          <p:cNvSpPr>
            <a:spLocks xmlns:a="http://schemas.openxmlformats.org/drawingml/2006/main" noGrp="1"/>
          </p:cNvSpPr>
          <p:nvPr/>
        </p:nvSpPr>
        <p:spPr>
          <a:xfrm xmlns:a="http://schemas.openxmlformats.org/drawingml/2006/main">
            <a:off x="523875" y="314325"/>
            <a:ext cx="428625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5A615F">
                    <a:alpha val="99000"/>
                  </a:srgbClr>
                </a:solidFill>
                <a:latin typeface="Inter"/>
                <a:ea typeface="Inter"/>
                <a:cs typeface="Inter"/>
              </a:rPr>
              <a:t>11  ·  CẤU HÌNH HỆ THỐNG</a:t>
            </a:r>
            <a:endParaRPr sz="819"/>
          </a:p>
        </p:txBody>
      </p:sp>
      <p:sp>
        <p:nvSpPr>
          <p:cNvPr id="4" name="Text 1">
            <a:extLst xmlns:a="http://schemas.openxmlformats.org/drawingml/2006/main">
              <a:ext uri="{FF2B5EF4-FFF2-40B4-BE49-F238E27FC236}">
                <a16:creationId xmlns:a16="http://schemas.microsoft.com/office/drawing/2014/main" id="{4CC387C1-A7FF-4F9F-AA70-E76EA69C3CB0}"/>
              </a:ext>
            </a:extLst>
          </p:cNvPr>
          <p:cNvSpPr>
            <a:spLocks xmlns:a="http://schemas.openxmlformats.org/drawingml/2006/main" noGrp="1"/>
          </p:cNvSpPr>
          <p:nvPr/>
        </p:nvSpPr>
        <p:spPr>
          <a:xfrm xmlns:a="http://schemas.openxmlformats.org/drawingml/2006/main">
            <a:off x="523875" y="547688"/>
            <a:ext cx="652462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708" b="1">
                <a:solidFill>
                  <a:srgbClr val="0B2235">
                    <a:alpha val="99000"/>
                  </a:srgbClr>
                </a:solidFill>
                <a:latin typeface="Inter"/>
                <a:ea typeface="Inter"/>
                <a:cs typeface="Inter"/>
              </a:rPr>
              <a:t>Chính sách mới chỉ áp dụng</a:t>
            </a:r>
          </a:p>
          <a:p xmlns:a="http://schemas.openxmlformats.org/drawingml/2006/main">
            <a:pPr marL="0" algn="l"/>
            <a:r>
              <a:rPr sz="2708" b="1">
                <a:solidFill>
                  <a:srgbClr val="0B2235">
                    <a:alpha val="99000"/>
                  </a:srgbClr>
                </a:solidFill>
                <a:latin typeface="Inter"/>
                <a:ea typeface="Inter"/>
                <a:cs typeface="Inter"/>
              </a:rPr>
              <a:t>cho các kỳ tương lai</a:t>
            </a:r>
          </a:p>
        </p:txBody>
      </p:sp>
      <p:sp>
        <p:nvSpPr>
          <p:cNvPr id="5" name="Shape 2">
            <a:extLst xmlns:a="http://schemas.openxmlformats.org/drawingml/2006/main">
              <a:ext uri="{FF2B5EF4-FFF2-40B4-BE49-F238E27FC236}">
                <a16:creationId xmlns:a16="http://schemas.microsoft.com/office/drawing/2014/main" id="{37E7AB30-1205-4E50-A1B5-FE6196F50FD4}"/>
              </a:ext>
            </a:extLst>
          </p:cNvPr>
          <p:cNvSpPr>
            <a:spLocks xmlns:a="http://schemas.openxmlformats.org/drawingml/2006/main" noGrp="1"/>
          </p:cNvSpPr>
          <p:nvPr/>
        </p:nvSpPr>
        <p:spPr>
          <a:xfrm xmlns:a="http://schemas.openxmlformats.org/drawingml/2006/main">
            <a:off x="7334250" y="-666750"/>
            <a:ext cx="2476500" cy="2476500"/>
          </a:xfrm>
          <a:prstGeom xmlns:a="http://schemas.openxmlformats.org/drawingml/2006/main" prst="ellipse">
            <a:avLst/>
          </a:prstGeom>
          <a:solidFill xmlns:a="http://schemas.openxmlformats.org/drawingml/2006/main">
            <a:srgbClr val="F7D75C"/>
          </a:solidFill>
        </p:spPr>
      </p:sp>
      <p:sp>
        <p:nvSpPr>
          <p:cNvPr id="6" name="Text 3">
            <a:extLst xmlns:a="http://schemas.openxmlformats.org/drawingml/2006/main">
              <a:ext uri="{FF2B5EF4-FFF2-40B4-BE49-F238E27FC236}">
                <a16:creationId xmlns:a16="http://schemas.microsoft.com/office/drawing/2014/main" id="{C855E97D-5C89-41C4-ABD6-697A03A950F5}"/>
              </a:ext>
            </a:extLst>
          </p:cNvPr>
          <p:cNvSpPr>
            <a:spLocks xmlns:a="http://schemas.openxmlformats.org/drawingml/2006/main" noGrp="1"/>
          </p:cNvSpPr>
          <p:nvPr/>
        </p:nvSpPr>
        <p:spPr>
          <a:xfrm xmlns:a="http://schemas.openxmlformats.org/drawingml/2006/main">
            <a:off x="523875" y="1928813"/>
            <a:ext cx="1428750" cy="5953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728"/>
              </a:lnSpc>
              <a:buNone/>
            </a:pPr>
            <a:r>
              <a:rPr sz="3705" b="1">
                <a:solidFill>
                  <a:srgbClr val="00A67E">
                    <a:alpha val="99000"/>
                  </a:srgbClr>
                </a:solidFill>
                <a:latin typeface="Space Grotesk"/>
                <a:ea typeface="Space Grotesk"/>
                <a:cs typeface="Space Grotesk"/>
              </a:rPr>
              <a:t>3</a:t>
            </a:r>
            <a:endParaRPr sz="3705"/>
          </a:p>
        </p:txBody>
      </p:sp>
      <p:sp>
        <p:nvSpPr>
          <p:cNvPr id="7" name="Text 4">
            <a:extLst xmlns:a="http://schemas.openxmlformats.org/drawingml/2006/main">
              <a:ext uri="{FF2B5EF4-FFF2-40B4-BE49-F238E27FC236}">
                <a16:creationId xmlns:a16="http://schemas.microsoft.com/office/drawing/2014/main" id="{2CE9B338-189B-413B-97B6-E4AFA8C01438}"/>
              </a:ext>
            </a:extLst>
          </p:cNvPr>
          <p:cNvSpPr>
            <a:spLocks xmlns:a="http://schemas.openxmlformats.org/drawingml/2006/main" noGrp="1"/>
          </p:cNvSpPr>
          <p:nvPr/>
        </p:nvSpPr>
        <p:spPr>
          <a:xfrm xmlns:a="http://schemas.openxmlformats.org/drawingml/2006/main">
            <a:off x="523875" y="2595563"/>
            <a:ext cx="1714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78"/>
              </a:lnSpc>
              <a:buNone/>
            </a:pPr>
            <a:r>
              <a:rPr sz="891" b="1">
                <a:solidFill>
                  <a:srgbClr val="0B2235">
                    <a:alpha val="99000"/>
                  </a:srgbClr>
                </a:solidFill>
                <a:latin typeface="Inter"/>
                <a:ea typeface="Inter"/>
                <a:cs typeface="Inter"/>
              </a:rPr>
              <a:t>KỲ MỞ TRƯỚC</a:t>
            </a:r>
            <a:endParaRPr sz="891"/>
          </a:p>
        </p:txBody>
      </p:sp>
      <p:sp>
        <p:nvSpPr>
          <p:cNvPr id="8" name="Text 5">
            <a:extLst xmlns:a="http://schemas.openxmlformats.org/drawingml/2006/main">
              <a:ext uri="{FF2B5EF4-FFF2-40B4-BE49-F238E27FC236}">
                <a16:creationId xmlns:a16="http://schemas.microsoft.com/office/drawing/2014/main" id="{057CAD2E-4491-490E-9C3E-5181F8D118C6}"/>
              </a:ext>
            </a:extLst>
          </p:cNvPr>
          <p:cNvSpPr>
            <a:spLocks xmlns:a="http://schemas.openxmlformats.org/drawingml/2006/main" noGrp="1"/>
          </p:cNvSpPr>
          <p:nvPr/>
        </p:nvSpPr>
        <p:spPr>
          <a:xfrm xmlns:a="http://schemas.openxmlformats.org/drawingml/2006/main">
            <a:off x="523875" y="2857500"/>
            <a:ext cx="1571625"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a:solidFill>
                  <a:srgbClr val="5A615F">
                    <a:alpha val="99000"/>
                  </a:srgbClr>
                </a:solidFill>
                <a:latin typeface="Inter"/>
                <a:ea typeface="Inter"/>
                <a:cs typeface="Inter"/>
              </a:rPr>
              <a:t>cấu hình 0–12</a:t>
            </a:r>
            <a:endParaRPr sz="855"/>
          </a:p>
        </p:txBody>
      </p:sp>
      <p:sp>
        <p:nvSpPr>
          <p:cNvPr id="9" name="Shape 6">
            <a:extLst xmlns:a="http://schemas.openxmlformats.org/drawingml/2006/main">
              <a:ext uri="{FF2B5EF4-FFF2-40B4-BE49-F238E27FC236}">
                <a16:creationId xmlns:a16="http://schemas.microsoft.com/office/drawing/2014/main" id="{EF1A5118-50F5-4DC4-95C5-C43109B05EE9}"/>
              </a:ext>
            </a:extLst>
          </p:cNvPr>
          <p:cNvSpPr>
            <a:spLocks xmlns:a="http://schemas.openxmlformats.org/drawingml/2006/main" noGrp="1"/>
          </p:cNvSpPr>
          <p:nvPr/>
        </p:nvSpPr>
        <p:spPr>
          <a:xfrm xmlns:a="http://schemas.openxmlformats.org/drawingml/2006/main">
            <a:off x="2143125" y="1952625"/>
            <a:ext cx="14288" cy="1190625"/>
          </a:xfrm>
          <a:prstGeom xmlns:a="http://schemas.openxmlformats.org/drawingml/2006/main" prst="rect">
            <a:avLst/>
          </a:prstGeom>
          <a:solidFill xmlns:a="http://schemas.openxmlformats.org/drawingml/2006/main">
            <a:srgbClr val="C9C3B8"/>
          </a:solidFill>
        </p:spPr>
      </p:sp>
      <p:sp>
        <p:nvSpPr>
          <p:cNvPr id="10" name="Text 7">
            <a:extLst xmlns:a="http://schemas.openxmlformats.org/drawingml/2006/main">
              <a:ext uri="{FF2B5EF4-FFF2-40B4-BE49-F238E27FC236}">
                <a16:creationId xmlns:a16="http://schemas.microsoft.com/office/drawing/2014/main" id="{9D43D916-1D02-4406-921D-4E9ED6407C84}"/>
              </a:ext>
            </a:extLst>
          </p:cNvPr>
          <p:cNvSpPr>
            <a:spLocks xmlns:a="http://schemas.openxmlformats.org/drawingml/2006/main" noGrp="1"/>
          </p:cNvSpPr>
          <p:nvPr/>
        </p:nvSpPr>
        <p:spPr>
          <a:xfrm xmlns:a="http://schemas.openxmlformats.org/drawingml/2006/main">
            <a:off x="2476500" y="1928813"/>
            <a:ext cx="1428750" cy="5953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728"/>
              </a:lnSpc>
              <a:buNone/>
            </a:pPr>
            <a:r>
              <a:rPr sz="3705" b="1">
                <a:solidFill>
                  <a:srgbClr val="00A67E">
                    <a:alpha val="99000"/>
                  </a:srgbClr>
                </a:solidFill>
                <a:latin typeface="Space Grotesk"/>
                <a:ea typeface="Space Grotesk"/>
                <a:cs typeface="Space Grotesk"/>
              </a:rPr>
              <a:t>5</a:t>
            </a:r>
            <a:endParaRPr sz="3705"/>
          </a:p>
        </p:txBody>
      </p:sp>
      <p:sp>
        <p:nvSpPr>
          <p:cNvPr id="11" name="Text 8">
            <a:extLst xmlns:a="http://schemas.openxmlformats.org/drawingml/2006/main">
              <a:ext uri="{FF2B5EF4-FFF2-40B4-BE49-F238E27FC236}">
                <a16:creationId xmlns:a16="http://schemas.microsoft.com/office/drawing/2014/main" id="{C751726D-1CCE-466A-BF9D-40F5056B413A}"/>
              </a:ext>
            </a:extLst>
          </p:cNvPr>
          <p:cNvSpPr>
            <a:spLocks xmlns:a="http://schemas.openxmlformats.org/drawingml/2006/main" noGrp="1"/>
          </p:cNvSpPr>
          <p:nvPr/>
        </p:nvSpPr>
        <p:spPr>
          <a:xfrm xmlns:a="http://schemas.openxmlformats.org/drawingml/2006/main">
            <a:off x="2476500" y="2595563"/>
            <a:ext cx="1714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78"/>
              </a:lnSpc>
              <a:buNone/>
            </a:pPr>
            <a:r>
              <a:rPr sz="891" b="1">
                <a:solidFill>
                  <a:srgbClr val="0B2235">
                    <a:alpha val="99000"/>
                  </a:srgbClr>
                </a:solidFill>
                <a:latin typeface="Inter"/>
                <a:ea typeface="Inter"/>
                <a:cs typeface="Inter"/>
              </a:rPr>
              <a:t>NGÀY MỞ / ĐÓNG</a:t>
            </a:r>
            <a:endParaRPr sz="891"/>
          </a:p>
        </p:txBody>
      </p:sp>
      <p:sp>
        <p:nvSpPr>
          <p:cNvPr id="12" name="Text 9">
            <a:extLst xmlns:a="http://schemas.openxmlformats.org/drawingml/2006/main">
              <a:ext uri="{FF2B5EF4-FFF2-40B4-BE49-F238E27FC236}">
                <a16:creationId xmlns:a16="http://schemas.microsoft.com/office/drawing/2014/main" id="{759BBBA5-C2C5-4FAD-85D6-3E9429D24BAA}"/>
              </a:ext>
            </a:extLst>
          </p:cNvPr>
          <p:cNvSpPr>
            <a:spLocks xmlns:a="http://schemas.openxmlformats.org/drawingml/2006/main" noGrp="1"/>
          </p:cNvSpPr>
          <p:nvPr/>
        </p:nvSpPr>
        <p:spPr>
          <a:xfrm xmlns:a="http://schemas.openxmlformats.org/drawingml/2006/main">
            <a:off x="2476500" y="2857500"/>
            <a:ext cx="1571625"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a:solidFill>
                  <a:srgbClr val="5A615F">
                    <a:alpha val="99000"/>
                  </a:srgbClr>
                </a:solidFill>
                <a:latin typeface="Inter"/>
                <a:ea typeface="Inter"/>
                <a:cs typeface="Inter"/>
              </a:rPr>
              <a:t>cấu hình 1–31</a:t>
            </a:r>
            <a:endParaRPr sz="855"/>
          </a:p>
        </p:txBody>
      </p:sp>
      <p:sp>
        <p:nvSpPr>
          <p:cNvPr id="13" name="Shape 10">
            <a:extLst xmlns:a="http://schemas.openxmlformats.org/drawingml/2006/main">
              <a:ext uri="{FF2B5EF4-FFF2-40B4-BE49-F238E27FC236}">
                <a16:creationId xmlns:a16="http://schemas.microsoft.com/office/drawing/2014/main" id="{01F49670-7AF5-4FEC-B66C-7EC6B7DB1920}"/>
              </a:ext>
            </a:extLst>
          </p:cNvPr>
          <p:cNvSpPr>
            <a:spLocks xmlns:a="http://schemas.openxmlformats.org/drawingml/2006/main" noGrp="1"/>
          </p:cNvSpPr>
          <p:nvPr/>
        </p:nvSpPr>
        <p:spPr>
          <a:xfrm xmlns:a="http://schemas.openxmlformats.org/drawingml/2006/main">
            <a:off x="4095750" y="1952625"/>
            <a:ext cx="14288" cy="1190625"/>
          </a:xfrm>
          <a:prstGeom xmlns:a="http://schemas.openxmlformats.org/drawingml/2006/main" prst="rect">
            <a:avLst/>
          </a:prstGeom>
          <a:solidFill xmlns:a="http://schemas.openxmlformats.org/drawingml/2006/main">
            <a:srgbClr val="C9C3B8"/>
          </a:solidFill>
        </p:spPr>
      </p:sp>
      <p:sp>
        <p:nvSpPr>
          <p:cNvPr id="14" name="Text 11">
            <a:extLst xmlns:a="http://schemas.openxmlformats.org/drawingml/2006/main">
              <a:ext uri="{FF2B5EF4-FFF2-40B4-BE49-F238E27FC236}">
                <a16:creationId xmlns:a16="http://schemas.microsoft.com/office/drawing/2014/main" id="{2010A4BC-897D-48D2-9FDD-711B15565E9A}"/>
              </a:ext>
            </a:extLst>
          </p:cNvPr>
          <p:cNvSpPr>
            <a:spLocks xmlns:a="http://schemas.openxmlformats.org/drawingml/2006/main" noGrp="1"/>
          </p:cNvSpPr>
          <p:nvPr/>
        </p:nvSpPr>
        <p:spPr>
          <a:xfrm xmlns:a="http://schemas.openxmlformats.org/drawingml/2006/main">
            <a:off x="4572000" y="1928813"/>
            <a:ext cx="1428750" cy="5953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728"/>
              </a:lnSpc>
              <a:buNone/>
            </a:pPr>
            <a:r>
              <a:rPr sz="3705" b="1">
                <a:solidFill>
                  <a:srgbClr val="00A67E">
                    <a:alpha val="99000"/>
                  </a:srgbClr>
                </a:solidFill>
                <a:latin typeface="Space Grotesk"/>
                <a:ea typeface="Space Grotesk"/>
                <a:cs typeface="Space Grotesk"/>
              </a:rPr>
              <a:t>5</a:t>
            </a:r>
            <a:endParaRPr sz="3705"/>
          </a:p>
        </p:txBody>
      </p:sp>
      <p:sp>
        <p:nvSpPr>
          <p:cNvPr id="15" name="Text 12">
            <a:extLst xmlns:a="http://schemas.openxmlformats.org/drawingml/2006/main">
              <a:ext uri="{FF2B5EF4-FFF2-40B4-BE49-F238E27FC236}">
                <a16:creationId xmlns:a16="http://schemas.microsoft.com/office/drawing/2014/main" id="{62D78DB2-3185-4804-BA26-51507A1ACFA2}"/>
              </a:ext>
            </a:extLst>
          </p:cNvPr>
          <p:cNvSpPr>
            <a:spLocks xmlns:a="http://schemas.openxmlformats.org/drawingml/2006/main" noGrp="1"/>
          </p:cNvSpPr>
          <p:nvPr/>
        </p:nvSpPr>
        <p:spPr>
          <a:xfrm xmlns:a="http://schemas.openxmlformats.org/drawingml/2006/main">
            <a:off x="4572000" y="2595563"/>
            <a:ext cx="1714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78"/>
              </a:lnSpc>
              <a:buNone/>
            </a:pPr>
            <a:r>
              <a:rPr sz="891" b="1">
                <a:solidFill>
                  <a:srgbClr val="0B2235">
                    <a:alpha val="99000"/>
                  </a:srgbClr>
                </a:solidFill>
                <a:latin typeface="Inter"/>
                <a:ea typeface="Inter"/>
                <a:cs typeface="Inter"/>
              </a:rPr>
              <a:t>NGÀY DUYỆT BỔ SUNG</a:t>
            </a:r>
            <a:endParaRPr sz="891"/>
          </a:p>
        </p:txBody>
      </p:sp>
      <p:sp>
        <p:nvSpPr>
          <p:cNvPr id="16" name="Text 13">
            <a:extLst xmlns:a="http://schemas.openxmlformats.org/drawingml/2006/main">
              <a:ext uri="{FF2B5EF4-FFF2-40B4-BE49-F238E27FC236}">
                <a16:creationId xmlns:a16="http://schemas.microsoft.com/office/drawing/2014/main" id="{F7AC9C5F-0AE1-493F-9F4C-76368F0C1ABB}"/>
              </a:ext>
            </a:extLst>
          </p:cNvPr>
          <p:cNvSpPr>
            <a:spLocks xmlns:a="http://schemas.openxmlformats.org/drawingml/2006/main" noGrp="1"/>
          </p:cNvSpPr>
          <p:nvPr/>
        </p:nvSpPr>
        <p:spPr>
          <a:xfrm xmlns:a="http://schemas.openxmlformats.org/drawingml/2006/main">
            <a:off x="4572000" y="2857500"/>
            <a:ext cx="1571625"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a:solidFill>
                  <a:srgbClr val="5A615F">
                    <a:alpha val="99000"/>
                  </a:srgbClr>
                </a:solidFill>
                <a:latin typeface="Inter"/>
                <a:ea typeface="Inter"/>
                <a:cs typeface="Inter"/>
              </a:rPr>
              <a:t>sau ngày đóng</a:t>
            </a:r>
            <a:endParaRPr sz="855"/>
          </a:p>
        </p:txBody>
      </p:sp>
      <p:sp>
        <p:nvSpPr>
          <p:cNvPr id="17" name="Shape 14">
            <a:extLst xmlns:a="http://schemas.openxmlformats.org/drawingml/2006/main">
              <a:ext uri="{FF2B5EF4-FFF2-40B4-BE49-F238E27FC236}">
                <a16:creationId xmlns:a16="http://schemas.microsoft.com/office/drawing/2014/main" id="{2A41A7A7-6562-465A-90A0-DCEE5C7D7D00}"/>
              </a:ext>
            </a:extLst>
          </p:cNvPr>
          <p:cNvSpPr>
            <a:spLocks xmlns:a="http://schemas.openxmlformats.org/drawingml/2006/main" noGrp="1"/>
          </p:cNvSpPr>
          <p:nvPr/>
        </p:nvSpPr>
        <p:spPr>
          <a:xfrm xmlns:a="http://schemas.openxmlformats.org/drawingml/2006/main">
            <a:off x="6191250" y="1952625"/>
            <a:ext cx="14288" cy="1190625"/>
          </a:xfrm>
          <a:prstGeom xmlns:a="http://schemas.openxmlformats.org/drawingml/2006/main" prst="rect">
            <a:avLst/>
          </a:prstGeom>
          <a:solidFill xmlns:a="http://schemas.openxmlformats.org/drawingml/2006/main">
            <a:srgbClr val="C9C3B8"/>
          </a:solidFill>
        </p:spPr>
      </p:sp>
      <p:sp>
        <p:nvSpPr>
          <p:cNvPr id="18" name="Text 15">
            <a:extLst xmlns:a="http://schemas.openxmlformats.org/drawingml/2006/main">
              <a:ext uri="{FF2B5EF4-FFF2-40B4-BE49-F238E27FC236}">
                <a16:creationId xmlns:a16="http://schemas.microsoft.com/office/drawing/2014/main" id="{6B6B84B1-667F-4AC0-B96D-A0B3ED74855B}"/>
              </a:ext>
            </a:extLst>
          </p:cNvPr>
          <p:cNvSpPr>
            <a:spLocks xmlns:a="http://schemas.openxmlformats.org/drawingml/2006/main" noGrp="1"/>
          </p:cNvSpPr>
          <p:nvPr/>
        </p:nvSpPr>
        <p:spPr>
          <a:xfrm xmlns:a="http://schemas.openxmlformats.org/drawingml/2006/main">
            <a:off x="6810375" y="1928813"/>
            <a:ext cx="1428750" cy="5953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728"/>
              </a:lnSpc>
              <a:buNone/>
            </a:pPr>
            <a:r>
              <a:rPr sz="3705" b="1">
                <a:solidFill>
                  <a:srgbClr val="FF4D3D">
                    <a:alpha val="99000"/>
                  </a:srgbClr>
                </a:solidFill>
                <a:latin typeface="Space Grotesk"/>
                <a:ea typeface="Space Grotesk"/>
                <a:cs typeface="Space Grotesk"/>
              </a:rPr>
              <a:t>10</a:t>
            </a:r>
            <a:endParaRPr sz="3705"/>
          </a:p>
        </p:txBody>
      </p:sp>
      <p:sp>
        <p:nvSpPr>
          <p:cNvPr id="19" name="Text 16">
            <a:extLst xmlns:a="http://schemas.openxmlformats.org/drawingml/2006/main">
              <a:ext uri="{FF2B5EF4-FFF2-40B4-BE49-F238E27FC236}">
                <a16:creationId xmlns:a16="http://schemas.microsoft.com/office/drawing/2014/main" id="{D2B84CF1-967F-4ADE-868D-09978E6D2014}"/>
              </a:ext>
            </a:extLst>
          </p:cNvPr>
          <p:cNvSpPr>
            <a:spLocks xmlns:a="http://schemas.openxmlformats.org/drawingml/2006/main" noGrp="1"/>
          </p:cNvSpPr>
          <p:nvPr/>
        </p:nvSpPr>
        <p:spPr>
          <a:xfrm xmlns:a="http://schemas.openxmlformats.org/drawingml/2006/main">
            <a:off x="6810375" y="2595563"/>
            <a:ext cx="1714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78"/>
              </a:lnSpc>
              <a:buNone/>
            </a:pPr>
            <a:r>
              <a:rPr sz="891" b="1">
                <a:solidFill>
                  <a:srgbClr val="0B2235">
                    <a:alpha val="99000"/>
                  </a:srgbClr>
                </a:solidFill>
                <a:latin typeface="Inter"/>
                <a:ea typeface="Inter"/>
                <a:cs typeface="Inter"/>
              </a:rPr>
              <a:t>NGÀY ĐIỀU CHỈNH</a:t>
            </a:r>
            <a:endParaRPr sz="891"/>
          </a:p>
        </p:txBody>
      </p:sp>
      <p:sp>
        <p:nvSpPr>
          <p:cNvPr id="20" name="Text 17">
            <a:extLst xmlns:a="http://schemas.openxmlformats.org/drawingml/2006/main">
              <a:ext uri="{FF2B5EF4-FFF2-40B4-BE49-F238E27FC236}">
                <a16:creationId xmlns:a16="http://schemas.microsoft.com/office/drawing/2014/main" id="{F1C6D594-FA6B-4F77-BE14-5609FF2EF1AC}"/>
              </a:ext>
            </a:extLst>
          </p:cNvPr>
          <p:cNvSpPr>
            <a:spLocks xmlns:a="http://schemas.openxmlformats.org/drawingml/2006/main" noGrp="1"/>
          </p:cNvSpPr>
          <p:nvPr/>
        </p:nvSpPr>
        <p:spPr>
          <a:xfrm xmlns:a="http://schemas.openxmlformats.org/drawingml/2006/main">
            <a:off x="6810375" y="2857500"/>
            <a:ext cx="1571625"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a:solidFill>
                  <a:srgbClr val="5A615F">
                    <a:alpha val="99000"/>
                  </a:srgbClr>
                </a:solidFill>
                <a:latin typeface="Inter"/>
                <a:ea typeface="Inter"/>
                <a:cs typeface="Inter"/>
              </a:rPr>
              <a:t>kể từ ngày đóng</a:t>
            </a:r>
            <a:endParaRPr sz="855"/>
          </a:p>
        </p:txBody>
      </p:sp>
      <p:sp>
        <p:nvSpPr>
          <p:cNvPr id="21" name="Shape 18">
            <a:extLst xmlns:a="http://schemas.openxmlformats.org/drawingml/2006/main">
              <a:ext uri="{FF2B5EF4-FFF2-40B4-BE49-F238E27FC236}">
                <a16:creationId xmlns:a16="http://schemas.microsoft.com/office/drawing/2014/main" id="{759439BE-474C-42AD-A3B0-D17A1CCB61BD}"/>
              </a:ext>
            </a:extLst>
          </p:cNvPr>
          <p:cNvSpPr>
            <a:spLocks xmlns:a="http://schemas.openxmlformats.org/drawingml/2006/main" noGrp="1"/>
          </p:cNvSpPr>
          <p:nvPr/>
        </p:nvSpPr>
        <p:spPr>
          <a:xfrm xmlns:a="http://schemas.openxmlformats.org/drawingml/2006/main">
            <a:off x="0" y="3810000"/>
            <a:ext cx="9144000" cy="1333500"/>
          </a:xfrm>
          <a:prstGeom xmlns:a="http://schemas.openxmlformats.org/drawingml/2006/main" prst="rect">
            <a:avLst/>
          </a:prstGeom>
          <a:solidFill xmlns:a="http://schemas.openxmlformats.org/drawingml/2006/main">
            <a:srgbClr val="0B2235"/>
          </a:solidFill>
        </p:spPr>
      </p:sp>
      <p:sp>
        <p:nvSpPr>
          <p:cNvPr id="22" name="Text 19">
            <a:extLst xmlns:a="http://schemas.openxmlformats.org/drawingml/2006/main">
              <a:ext uri="{FF2B5EF4-FFF2-40B4-BE49-F238E27FC236}">
                <a16:creationId xmlns:a16="http://schemas.microsoft.com/office/drawing/2014/main" id="{E47B0C47-1D94-463C-B17D-C37216C0EE64}"/>
              </a:ext>
            </a:extLst>
          </p:cNvPr>
          <p:cNvSpPr>
            <a:spLocks xmlns:a="http://schemas.openxmlformats.org/drawingml/2006/main" noGrp="1"/>
          </p:cNvSpPr>
          <p:nvPr/>
        </p:nvSpPr>
        <p:spPr>
          <a:xfrm xmlns:a="http://schemas.openxmlformats.org/drawingml/2006/main">
            <a:off x="523875" y="4071938"/>
            <a:ext cx="500062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27"/>
              </a:lnSpc>
              <a:buNone/>
            </a:pPr>
            <a:r>
              <a:rPr sz="1354">
                <a:solidFill>
                  <a:srgbClr val="FFFFFF">
                    <a:alpha val="99000"/>
                  </a:srgbClr>
                </a:solidFill>
                <a:latin typeface="Space Grotesk"/>
                <a:ea typeface="Space Grotesk"/>
                <a:cs typeface="Space Grotesk"/>
              </a:rPr>
              <a:t>Mỗi lần thay đổi được lưu thành một phiên bản mới.</a:t>
            </a:r>
            <a:endParaRPr sz="1354"/>
          </a:p>
        </p:txBody>
      </p:sp>
      <p:sp>
        <p:nvSpPr>
          <p:cNvPr id="23" name="Text 20">
            <a:extLst xmlns:a="http://schemas.openxmlformats.org/drawingml/2006/main">
              <a:ext uri="{FF2B5EF4-FFF2-40B4-BE49-F238E27FC236}">
                <a16:creationId xmlns:a16="http://schemas.microsoft.com/office/drawing/2014/main" id="{CB18981F-36CC-4813-9D62-7133BE38AD27}"/>
              </a:ext>
            </a:extLst>
          </p:cNvPr>
          <p:cNvSpPr>
            <a:spLocks xmlns:a="http://schemas.openxmlformats.org/drawingml/2006/main" noGrp="1"/>
          </p:cNvSpPr>
          <p:nvPr/>
        </p:nvSpPr>
        <p:spPr>
          <a:xfrm xmlns:a="http://schemas.openxmlformats.org/drawingml/2006/main">
            <a:off x="523875" y="4405313"/>
            <a:ext cx="600075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78"/>
              </a:lnSpc>
              <a:buNone/>
            </a:pPr>
            <a:r>
              <a:rPr sz="891" b="1">
                <a:solidFill>
                  <a:srgbClr val="00A67E">
                    <a:alpha val="99000"/>
                  </a:srgbClr>
                </a:solidFill>
                <a:latin typeface="Inter"/>
                <a:ea typeface="Inter"/>
                <a:cs typeface="Inter"/>
              </a:rPr>
              <a:t>Kỳ đã tồn tại giữ nguyên lịch và dữ liệu — không bị sửa ngược.</a:t>
            </a:r>
            <a:endParaRPr sz="891"/>
          </a:p>
        </p:txBody>
      </p:sp>
      <p:sp>
        <p:nvSpPr>
          <p:cNvPr id="24" name="Text 21">
            <a:extLst xmlns:a="http://schemas.openxmlformats.org/drawingml/2006/main">
              <a:ext uri="{FF2B5EF4-FFF2-40B4-BE49-F238E27FC236}">
                <a16:creationId xmlns:a16="http://schemas.microsoft.com/office/drawing/2014/main" id="{EFCEE1E3-A9CC-451F-86E8-31E7BCEE0981}"/>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FFFFFF">
                    <a:alpha val="99000"/>
                  </a:srgbClr>
                </a:solidFill>
                <a:latin typeface="Inter"/>
                <a:ea typeface="Inter"/>
                <a:cs typeface="Inter"/>
              </a:rPr>
              <a:t>12</a:t>
            </a:r>
            <a:endParaRPr sz="748"/>
          </a:p>
        </p:txBody>
      </p:sp>
      <p:sp>
        <p:nvSpPr>
          <p:cNvPr id="25" name="Shape 22">
            <a:extLst xmlns:a="http://schemas.openxmlformats.org/drawingml/2006/main">
              <a:ext uri="{FF2B5EF4-FFF2-40B4-BE49-F238E27FC236}">
                <a16:creationId xmlns:a16="http://schemas.microsoft.com/office/drawing/2014/main" id="{0152BB5A-75B7-43F3-877D-E3D8C89F4DFD}"/>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0A67E"/>
          </a:solidFill>
        </p:spPr>
      </p:sp>
    </p:spTree>
    <p:extLst>
      <p:ext uri="{BB962C8B-B14F-4D97-AF65-F5344CB8AC3E}">
        <p14:creationId xmlns:p14="http://schemas.microsoft.com/office/powerpoint/2010/main" val="378502227"/>
      </p:ext>
    </p:extLst>
  </p:cSld>
</p:sld>
</file>

<file path=ppt/slides/slide13.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12AD4D0C-CEDE-4761-8EEF-C957505B5C39}"/>
              </a:ext>
            </a:extLst>
          </p:cNvPr>
          <p:cNvSpPr>
            <a:spLocks xmlns:a="http://schemas.openxmlformats.org/drawingml/2006/main" noGrp="1"/>
          </p:cNvSpPr>
          <p:nvPr/>
        </p:nvSpPr>
        <p:spPr>
          <a:xfrm xmlns:a="http://schemas.openxmlformats.org/drawingml/2006/main">
            <a:off x="4429125" y="0"/>
            <a:ext cx="4714875" cy="5143500"/>
          </a:xfrm>
          <a:prstGeom xmlns:a="http://schemas.openxmlformats.org/drawingml/2006/main" prst="rect">
            <a:avLst/>
          </a:prstGeom>
          <a:solidFill xmlns:a="http://schemas.openxmlformats.org/drawingml/2006/main">
            <a:srgbClr val="D8F2E9"/>
          </a:solidFill>
        </p:spPr>
      </p:sp>
      <p:sp>
        <p:nvSpPr>
          <p:cNvPr id="4" name="Shape 1">
            <a:extLst xmlns:a="http://schemas.openxmlformats.org/drawingml/2006/main">
              <a:ext uri="{FF2B5EF4-FFF2-40B4-BE49-F238E27FC236}">
                <a16:creationId xmlns:a16="http://schemas.microsoft.com/office/drawing/2014/main" id="{4830032D-6171-4084-A8A1-DC89B66C8096}"/>
              </a:ext>
            </a:extLst>
          </p:cNvPr>
          <p:cNvSpPr>
            <a:spLocks xmlns:a="http://schemas.openxmlformats.org/drawingml/2006/main" noGrp="1"/>
          </p:cNvSpPr>
          <p:nvPr/>
        </p:nvSpPr>
        <p:spPr>
          <a:xfrm xmlns:a="http://schemas.openxmlformats.org/drawingml/2006/main">
            <a:off x="4362450" y="0"/>
            <a:ext cx="66675" cy="5143500"/>
          </a:xfrm>
          <a:prstGeom xmlns:a="http://schemas.openxmlformats.org/drawingml/2006/main" prst="rect">
            <a:avLst/>
          </a:prstGeom>
          <a:solidFill xmlns:a="http://schemas.openxmlformats.org/drawingml/2006/main">
            <a:srgbClr val="00A67E"/>
          </a:solidFill>
        </p:spPr>
      </p:sp>
      <p:sp>
        <p:nvSpPr>
          <p:cNvPr id="5" name="Text 2">
            <a:extLst xmlns:a="http://schemas.openxmlformats.org/drawingml/2006/main">
              <a:ext uri="{FF2B5EF4-FFF2-40B4-BE49-F238E27FC236}">
                <a16:creationId xmlns:a16="http://schemas.microsoft.com/office/drawing/2014/main" id="{24F4609D-19DF-4D43-ABC2-0BAD1B4B0557}"/>
              </a:ext>
            </a:extLst>
          </p:cNvPr>
          <p:cNvSpPr>
            <a:spLocks xmlns:a="http://schemas.openxmlformats.org/drawingml/2006/main" noGrp="1"/>
          </p:cNvSpPr>
          <p:nvPr/>
        </p:nvSpPr>
        <p:spPr>
          <a:xfrm xmlns:a="http://schemas.openxmlformats.org/drawingml/2006/main">
            <a:off x="476250" y="352425"/>
            <a:ext cx="238125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2"/>
              </a:lnSpc>
              <a:buNone/>
            </a:pPr>
            <a:r>
              <a:rPr sz="784" b="1">
                <a:solidFill>
                  <a:srgbClr val="00A67E">
                    <a:alpha val="99000"/>
                  </a:srgbClr>
                </a:solidFill>
                <a:latin typeface="Inter"/>
                <a:ea typeface="Inter"/>
                <a:cs typeface="Inter"/>
              </a:rPr>
              <a:t>12  ·  KẾT QUẢ</a:t>
            </a:r>
            <a:endParaRPr sz="784"/>
          </a:p>
        </p:txBody>
      </p:sp>
      <p:sp>
        <p:nvSpPr>
          <p:cNvPr id="6" name="Text 3">
            <a:extLst xmlns:a="http://schemas.openxmlformats.org/drawingml/2006/main">
              <a:ext uri="{FF2B5EF4-FFF2-40B4-BE49-F238E27FC236}">
                <a16:creationId xmlns:a16="http://schemas.microsoft.com/office/drawing/2014/main" id="{10133EE5-1958-435C-B887-6D435DA8ED25}"/>
              </a:ext>
            </a:extLst>
          </p:cNvPr>
          <p:cNvSpPr>
            <a:spLocks xmlns:a="http://schemas.openxmlformats.org/drawingml/2006/main" noGrp="1"/>
          </p:cNvSpPr>
          <p:nvPr/>
        </p:nvSpPr>
        <p:spPr>
          <a:xfrm xmlns:a="http://schemas.openxmlformats.org/drawingml/2006/main">
            <a:off x="476250" y="628650"/>
            <a:ext cx="714375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1959" b="1">
                <a:solidFill>
                  <a:srgbClr val="111315">
                    <a:alpha val="99000"/>
                  </a:srgbClr>
                </a:solidFill>
                <a:latin typeface="Inter"/>
                <a:ea typeface="Inter"/>
                <a:cs typeface="Inter"/>
              </a:rPr>
              <a:t>Từ nhiều bảng tính đến</a:t>
            </a:r>
          </a:p>
          <a:p xmlns:a="http://schemas.openxmlformats.org/drawingml/2006/main">
            <a:pPr marL="0" algn="l"/>
            <a:r>
              <a:rPr sz="1959" b="1">
                <a:solidFill>
                  <a:srgbClr val="111315">
                    <a:alpha val="99000"/>
                  </a:srgbClr>
                </a:solidFill>
                <a:latin typeface="Inter"/>
                <a:ea typeface="Inter"/>
                <a:cs typeface="Inter"/>
              </a:rPr>
              <a:t>một luồng dữ liệu có kiểm soát</a:t>
            </a:r>
          </a:p>
        </p:txBody>
      </p:sp>
      <p:sp>
        <p:nvSpPr>
          <p:cNvPr id="7" name="Text 4">
            <a:extLst xmlns:a="http://schemas.openxmlformats.org/drawingml/2006/main">
              <a:ext uri="{FF2B5EF4-FFF2-40B4-BE49-F238E27FC236}">
                <a16:creationId xmlns:a16="http://schemas.microsoft.com/office/drawing/2014/main" id="{72AC7C62-62E9-47E5-A554-FEBA01E30B53}"/>
              </a:ext>
            </a:extLst>
          </p:cNvPr>
          <p:cNvSpPr>
            <a:spLocks xmlns:a="http://schemas.openxmlformats.org/drawingml/2006/main" noGrp="1"/>
          </p:cNvSpPr>
          <p:nvPr/>
        </p:nvSpPr>
        <p:spPr>
          <a:xfrm xmlns:a="http://schemas.openxmlformats.org/drawingml/2006/main">
            <a:off x="476250" y="1438275"/>
            <a:ext cx="114300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2"/>
              </a:lnSpc>
              <a:buNone/>
            </a:pPr>
            <a:r>
              <a:rPr sz="784" b="1">
                <a:solidFill>
                  <a:srgbClr val="FF4D3D">
                    <a:alpha val="99000"/>
                  </a:srgbClr>
                </a:solidFill>
                <a:latin typeface="Inter"/>
                <a:ea typeface="Inter"/>
                <a:cs typeface="Inter"/>
              </a:rPr>
              <a:t>TRƯỚC</a:t>
            </a:r>
            <a:endParaRPr sz="784"/>
          </a:p>
        </p:txBody>
      </p:sp>
      <p:sp>
        <p:nvSpPr>
          <p:cNvPr id="8" name="Text 5">
            <a:extLst xmlns:a="http://schemas.openxmlformats.org/drawingml/2006/main">
              <a:ext uri="{FF2B5EF4-FFF2-40B4-BE49-F238E27FC236}">
                <a16:creationId xmlns:a16="http://schemas.microsoft.com/office/drawing/2014/main" id="{5A73B623-73E8-4F8B-85DF-4A8DEE3A0FDD}"/>
              </a:ext>
            </a:extLst>
          </p:cNvPr>
          <p:cNvSpPr>
            <a:spLocks xmlns:a="http://schemas.openxmlformats.org/drawingml/2006/main" noGrp="1"/>
          </p:cNvSpPr>
          <p:nvPr/>
        </p:nvSpPr>
        <p:spPr>
          <a:xfrm xmlns:a="http://schemas.openxmlformats.org/drawingml/2006/main">
            <a:off x="476250" y="1647825"/>
            <a:ext cx="3190875"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8"/>
              </a:lnSpc>
              <a:buNone/>
            </a:pPr>
            <a:r>
              <a:rPr sz="1211">
                <a:solidFill>
                  <a:srgbClr val="111315">
                    <a:alpha val="99000"/>
                  </a:srgbClr>
                </a:solidFill>
                <a:latin typeface="Space Grotesk"/>
                <a:ea typeface="Space Grotesk"/>
                <a:cs typeface="Space Grotesk"/>
              </a:rPr>
              <a:t>Mỗi đơn vị, mỗi tháng</a:t>
            </a:r>
            <a:endParaRPr sz="1211"/>
          </a:p>
          <a:p xmlns:a="http://schemas.openxmlformats.org/drawingml/2006/main">
            <a:pPr marL="0" indent="0" algn="l">
              <a:lnSpc>
                <a:spcPts val="1308"/>
              </a:lnSpc>
              <a:buNone/>
            </a:pPr>
            <a:r>
              <a:rPr sz="1211">
                <a:solidFill>
                  <a:srgbClr val="111315">
                    <a:alpha val="99000"/>
                  </a:srgbClr>
                </a:solidFill>
                <a:latin typeface="Space Grotesk"/>
                <a:ea typeface="Space Grotesk"/>
                <a:cs typeface="Space Grotesk"/>
              </a:rPr>
              <a:t>là một biểu mẫu riêng.</a:t>
            </a:r>
            <a:endParaRPr sz="1211"/>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bd090a3a351c4396"/>
          <a:srcRect xmlns:a="http://schemas.openxmlformats.org/drawingml/2006/main" l="0" t="0" r="0" b="0"/>
          <a:stretch xmlns:a="http://schemas.openxmlformats.org/drawingml/2006/main"/>
        </p:blipFill>
        <p:spPr>
          <a:xfrm xmlns:a="http://schemas.openxmlformats.org/drawingml/2006/main">
            <a:off x="476250" y="2476500"/>
            <a:ext cx="2905125" cy="2262188"/>
          </a:xfrm>
          <a:prstGeom xmlns:a="http://schemas.openxmlformats.org/drawingml/2006/main" prst="rect">
            <a:avLst/>
          </a:prstGeom>
        </p:spPr>
      </p:pic>
      <p:sp>
        <p:nvSpPr>
          <p:cNvPr id="10" name="Shape 6">
            <a:extLst xmlns:a="http://schemas.openxmlformats.org/drawingml/2006/main">
              <a:ext uri="{FF2B5EF4-FFF2-40B4-BE49-F238E27FC236}">
                <a16:creationId xmlns:a16="http://schemas.microsoft.com/office/drawing/2014/main" id="{780AEAEB-8F4E-4D1D-AD10-9593196A505B}"/>
              </a:ext>
            </a:extLst>
          </p:cNvPr>
          <p:cNvSpPr>
            <a:spLocks xmlns:a="http://schemas.openxmlformats.org/drawingml/2006/main" noGrp="1"/>
          </p:cNvSpPr>
          <p:nvPr/>
        </p:nvSpPr>
        <p:spPr>
          <a:xfrm xmlns:a="http://schemas.openxmlformats.org/drawingml/2006/main">
            <a:off x="2667000" y="2266950"/>
            <a:ext cx="714375" cy="304800"/>
          </a:xfrm>
          <a:prstGeom xmlns:a="http://schemas.openxmlformats.org/drawingml/2006/main" prst="roundRect">
            <a:avLst/>
          </a:prstGeom>
          <a:solidFill xmlns:a="http://schemas.openxmlformats.org/drawingml/2006/main">
            <a:srgbClr val="FF4D3D"/>
          </a:solidFill>
        </p:spPr>
      </p:sp>
      <p:sp>
        <p:nvSpPr>
          <p:cNvPr id="11" name="Text 7">
            <a:extLst xmlns:a="http://schemas.openxmlformats.org/drawingml/2006/main">
              <a:ext uri="{FF2B5EF4-FFF2-40B4-BE49-F238E27FC236}">
                <a16:creationId xmlns:a16="http://schemas.microsoft.com/office/drawing/2014/main" id="{86D518DF-8F9F-4F53-802A-EB6DA65C0E36}"/>
              </a:ext>
            </a:extLst>
          </p:cNvPr>
          <p:cNvSpPr>
            <a:spLocks xmlns:a="http://schemas.openxmlformats.org/drawingml/2006/main" noGrp="1"/>
          </p:cNvSpPr>
          <p:nvPr/>
        </p:nvSpPr>
        <p:spPr>
          <a:xfrm xmlns:a="http://schemas.openxmlformats.org/drawingml/2006/main">
            <a:off x="2776538" y="2343150"/>
            <a:ext cx="523875" cy="1476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97"/>
              </a:lnSpc>
              <a:buNone/>
            </a:pPr>
            <a:r>
              <a:rPr sz="998" b="1">
                <a:solidFill>
                  <a:srgbClr val="FFFFFF">
                    <a:alpha val="99000"/>
                  </a:srgbClr>
                </a:solidFill>
                <a:latin typeface="Space Grotesk"/>
                <a:ea typeface="Space Grotesk"/>
                <a:cs typeface="Space Grotesk"/>
              </a:rPr>
              <a:t>#REF!</a:t>
            </a:r>
            <a:endParaRPr sz="998"/>
          </a:p>
        </p:txBody>
      </p:sp>
      <p:sp>
        <p:nvSpPr>
          <p:cNvPr id="12" name="Shape 8">
            <a:extLst xmlns:a="http://schemas.openxmlformats.org/drawingml/2006/main">
              <a:ext uri="{FF2B5EF4-FFF2-40B4-BE49-F238E27FC236}">
                <a16:creationId xmlns:a16="http://schemas.microsoft.com/office/drawing/2014/main" id="{B84935CF-4EDE-4C97-878B-5142F66B1AF4}"/>
              </a:ext>
            </a:extLst>
          </p:cNvPr>
          <p:cNvSpPr>
            <a:spLocks xmlns:a="http://schemas.openxmlformats.org/drawingml/2006/main" noGrp="1"/>
          </p:cNvSpPr>
          <p:nvPr/>
        </p:nvSpPr>
        <p:spPr>
          <a:xfrm xmlns:a="http://schemas.openxmlformats.org/drawingml/2006/main">
            <a:off x="3952875" y="2228850"/>
            <a:ext cx="809625" cy="809625"/>
          </a:xfrm>
          <a:prstGeom xmlns:a="http://schemas.openxmlformats.org/drawingml/2006/main" prst="ellipse">
            <a:avLst/>
          </a:prstGeom>
          <a:solidFill xmlns:a="http://schemas.openxmlformats.org/drawingml/2006/main">
            <a:srgbClr val="00A67E"/>
          </a:solidFill>
        </p:spPr>
      </p:sp>
      <p:sp>
        <p:nvSpPr>
          <p:cNvPr id="13" name="Text 9">
            <a:extLst xmlns:a="http://schemas.openxmlformats.org/drawingml/2006/main">
              <a:ext uri="{FF2B5EF4-FFF2-40B4-BE49-F238E27FC236}">
                <a16:creationId xmlns:a16="http://schemas.microsoft.com/office/drawing/2014/main" id="{750E4B61-F452-4690-AC7C-EA5B6814E961}"/>
              </a:ext>
            </a:extLst>
          </p:cNvPr>
          <p:cNvSpPr>
            <a:spLocks xmlns:a="http://schemas.openxmlformats.org/drawingml/2006/main" noGrp="1"/>
          </p:cNvSpPr>
          <p:nvPr/>
        </p:nvSpPr>
        <p:spPr>
          <a:xfrm xmlns:a="http://schemas.openxmlformats.org/drawingml/2006/main">
            <a:off x="4062412" y="2366963"/>
            <a:ext cx="590550" cy="3095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308"/>
              </a:lnSpc>
              <a:buNone/>
            </a:pPr>
            <a:r>
              <a:rPr sz="2565" b="1">
                <a:solidFill>
                  <a:srgbClr val="FFFFFF">
                    <a:alpha val="99000"/>
                  </a:srgbClr>
                </a:solidFill>
                <a:latin typeface="Space Grotesk"/>
                <a:ea typeface="Space Grotesk"/>
                <a:cs typeface="Space Grotesk"/>
              </a:rPr>
              <a:t>→</a:t>
            </a:r>
            <a:endParaRPr sz="2565"/>
          </a:p>
        </p:txBody>
      </p:sp>
      <p:sp>
        <p:nvSpPr>
          <p:cNvPr id="14" name="Text 10">
            <a:extLst xmlns:a="http://schemas.openxmlformats.org/drawingml/2006/main">
              <a:ext uri="{FF2B5EF4-FFF2-40B4-BE49-F238E27FC236}">
                <a16:creationId xmlns:a16="http://schemas.microsoft.com/office/drawing/2014/main" id="{BA562CB4-8F3A-4690-8691-EACB0110A9F3}"/>
              </a:ext>
            </a:extLst>
          </p:cNvPr>
          <p:cNvSpPr>
            <a:spLocks xmlns:a="http://schemas.openxmlformats.org/drawingml/2006/main" noGrp="1"/>
          </p:cNvSpPr>
          <p:nvPr/>
        </p:nvSpPr>
        <p:spPr>
          <a:xfrm xmlns:a="http://schemas.openxmlformats.org/drawingml/2006/main">
            <a:off x="4953000" y="1438275"/>
            <a:ext cx="114300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2"/>
              </a:lnSpc>
              <a:buNone/>
            </a:pPr>
            <a:r>
              <a:rPr sz="784" b="1">
                <a:solidFill>
                  <a:srgbClr val="00A67E">
                    <a:alpha val="99000"/>
                  </a:srgbClr>
                </a:solidFill>
                <a:latin typeface="Inter"/>
                <a:ea typeface="Inter"/>
                <a:cs typeface="Inter"/>
              </a:rPr>
              <a:t>SAU</a:t>
            </a:r>
            <a:endParaRPr sz="784"/>
          </a:p>
        </p:txBody>
      </p:sp>
      <p:sp>
        <p:nvSpPr>
          <p:cNvPr id="15" name="Text 11">
            <a:extLst xmlns:a="http://schemas.openxmlformats.org/drawingml/2006/main">
              <a:ext uri="{FF2B5EF4-FFF2-40B4-BE49-F238E27FC236}">
                <a16:creationId xmlns:a16="http://schemas.microsoft.com/office/drawing/2014/main" id="{A5BD9546-2730-427B-8BBB-BD1070683277}"/>
              </a:ext>
            </a:extLst>
          </p:cNvPr>
          <p:cNvSpPr>
            <a:spLocks xmlns:a="http://schemas.openxmlformats.org/drawingml/2006/main" noGrp="1"/>
          </p:cNvSpPr>
          <p:nvPr/>
        </p:nvSpPr>
        <p:spPr>
          <a:xfrm xmlns:a="http://schemas.openxmlformats.org/drawingml/2006/main">
            <a:off x="4953000" y="1647825"/>
            <a:ext cx="3619500" cy="3524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8"/>
              </a:lnSpc>
              <a:buNone/>
            </a:pPr>
            <a:r>
              <a:rPr sz="1211">
                <a:solidFill>
                  <a:srgbClr val="111315">
                    <a:alpha val="99000"/>
                  </a:srgbClr>
                </a:solidFill>
                <a:latin typeface="Space Grotesk"/>
                <a:ea typeface="Space Grotesk"/>
                <a:cs typeface="Space Grotesk"/>
              </a:rPr>
              <a:t>Kỳ, trạng thái và giá trị</a:t>
            </a:r>
            <a:endParaRPr sz="1211"/>
          </a:p>
          <a:p xmlns:a="http://schemas.openxmlformats.org/drawingml/2006/main">
            <a:pPr marL="0" indent="0" algn="l">
              <a:lnSpc>
                <a:spcPts val="1308"/>
              </a:lnSpc>
              <a:buNone/>
            </a:pPr>
            <a:r>
              <a:rPr sz="1211">
                <a:solidFill>
                  <a:srgbClr val="111315">
                    <a:alpha val="99000"/>
                  </a:srgbClr>
                </a:solidFill>
                <a:latin typeface="Space Grotesk"/>
                <a:ea typeface="Space Grotesk"/>
                <a:cs typeface="Space Grotesk"/>
              </a:rPr>
              <a:t>được kiểm soát tập trung.</a:t>
            </a:r>
            <a:endParaRPr sz="1211"/>
          </a:p>
        </p:txBody>
      </p:sp>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4dcf72ced2fb436e"/>
          <a:srcRect xmlns:a="http://schemas.openxmlformats.org/drawingml/2006/main" l="0" t="0" r="0" b="0"/>
          <a:stretch xmlns:a="http://schemas.openxmlformats.org/drawingml/2006/main"/>
        </p:blipFill>
        <p:spPr>
          <a:xfrm xmlns:a="http://schemas.openxmlformats.org/drawingml/2006/main">
            <a:off x="4953000" y="2476500"/>
            <a:ext cx="3619500" cy="1438275"/>
          </a:xfrm>
          <a:prstGeom xmlns:a="http://schemas.openxmlformats.org/drawingml/2006/main" prst="rect">
            <a:avLst/>
          </a:prstGeom>
        </p:spPr>
      </p:pic>
      <p:pic>
        <p:nvPicPr>
          <p:cNvPr id="37" name="Image 2"/>
          <p:cNvPicPr>
            <a:picLocks xmlns:a="http://schemas.openxmlformats.org/drawingml/2006/main" noChangeAspect="1"/>
          </p:cNvPicPr>
          <p:nvPr/>
        </p:nvPicPr>
        <p:blipFill>
          <a:blip xmlns:r="http://schemas.openxmlformats.org/officeDocument/2006/relationships" xmlns:a="http://schemas.openxmlformats.org/drawingml/2006/main" r:embed="Rf19f665065364687"/>
          <a:srcRect xmlns:a="http://schemas.openxmlformats.org/drawingml/2006/main" l="0" t="0" r="0" b="0"/>
          <a:stretch xmlns:a="http://schemas.openxmlformats.org/drawingml/2006/main"/>
        </p:blipFill>
        <p:spPr>
          <a:xfrm xmlns:a="http://schemas.openxmlformats.org/drawingml/2006/main">
            <a:off x="4953000" y="4029075"/>
            <a:ext cx="3619500" cy="709613"/>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3E25B5BB-0F65-4440-9AAB-3D1813621832}"/>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0B2235">
                    <a:alpha val="99000"/>
                  </a:srgbClr>
                </a:solidFill>
                <a:latin typeface="Inter"/>
                <a:ea typeface="Inter"/>
                <a:cs typeface="Inter"/>
              </a:rPr>
              <a:t>13</a:t>
            </a:r>
            <a:endParaRPr sz="748"/>
          </a:p>
        </p:txBody>
      </p:sp>
      <p:sp>
        <p:nvSpPr>
          <p:cNvPr id="19" name="Shape 13">
            <a:extLst xmlns:a="http://schemas.openxmlformats.org/drawingml/2006/main">
              <a:ext uri="{FF2B5EF4-FFF2-40B4-BE49-F238E27FC236}">
                <a16:creationId xmlns:a16="http://schemas.microsoft.com/office/drawing/2014/main" id="{A22D9882-5A31-441E-83E7-FA31AF252B64}"/>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B2235"/>
          </a:solidFill>
        </p:spPr>
      </p:sp>
    </p:spTree>
    <p:extLst>
      <p:ext uri="{BB962C8B-B14F-4D97-AF65-F5344CB8AC3E}">
        <p14:creationId xmlns:p14="http://schemas.microsoft.com/office/powerpoint/2010/main" val="103122864"/>
      </p:ext>
    </p:extLst>
  </p:cSld>
</p:sld>
</file>

<file path=ppt/slides/slide1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08FFF50A-99FE-4CBD-91B8-5DA9DA102134}"/>
              </a:ext>
            </a:extLst>
          </p:cNvPr>
          <p:cNvSpPr>
            <a:spLocks xmlns:a="http://schemas.openxmlformats.org/drawingml/2006/main" noGrp="1"/>
          </p:cNvSpPr>
          <p:nvPr/>
        </p:nvSpPr>
        <p:spPr>
          <a:xfrm xmlns:a="http://schemas.openxmlformats.org/drawingml/2006/main">
            <a:off x="523875" y="314325"/>
            <a:ext cx="428625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5A615F">
                    <a:alpha val="99000"/>
                  </a:srgbClr>
                </a:solidFill>
                <a:latin typeface="Inter"/>
                <a:ea typeface="Inter"/>
                <a:cs typeface="Inter"/>
              </a:rPr>
              <a:t>13  ·  KẾT QUẢ VÀ GIỚI HẠN</a:t>
            </a:r>
            <a:endParaRPr sz="819"/>
          </a:p>
        </p:txBody>
      </p:sp>
      <p:sp>
        <p:nvSpPr>
          <p:cNvPr id="4" name="Text 1">
            <a:extLst xmlns:a="http://schemas.openxmlformats.org/drawingml/2006/main">
              <a:ext uri="{FF2B5EF4-FFF2-40B4-BE49-F238E27FC236}">
                <a16:creationId xmlns:a16="http://schemas.microsoft.com/office/drawing/2014/main" id="{732BF2D9-781F-4651-B65A-4671B0EB57E3}"/>
              </a:ext>
            </a:extLst>
          </p:cNvPr>
          <p:cNvSpPr>
            <a:spLocks xmlns:a="http://schemas.openxmlformats.org/drawingml/2006/main" noGrp="1"/>
          </p:cNvSpPr>
          <p:nvPr/>
        </p:nvSpPr>
        <p:spPr>
          <a:xfrm xmlns:a="http://schemas.openxmlformats.org/drawingml/2006/main">
            <a:off x="523875" y="561975"/>
            <a:ext cx="6000750" cy="838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2708" b="1">
                <a:solidFill>
                  <a:srgbClr val="0B2235">
                    <a:alpha val="99000"/>
                  </a:srgbClr>
                </a:solidFill>
                <a:latin typeface="Inter"/>
                <a:ea typeface="Inter"/>
                <a:cs typeface="Inter"/>
              </a:rPr>
              <a:t>Mục tiêu chính đã hoàn thành,</a:t>
            </a:r>
          </a:p>
          <a:p xmlns:a="http://schemas.openxmlformats.org/drawingml/2006/main">
            <a:pPr marL="0" algn="l"/>
            <a:r>
              <a:rPr sz="2708" b="1">
                <a:solidFill>
                  <a:srgbClr val="0B2235">
                    <a:alpha val="99000"/>
                  </a:srgbClr>
                </a:solidFill>
                <a:latin typeface="Inter"/>
                <a:ea typeface="Inter"/>
                <a:cs typeface="Inter"/>
              </a:rPr>
              <a:t>hướng phát triển vẫn rõ</a:t>
            </a:r>
          </a:p>
        </p:txBody>
      </p:sp>
      <p:sp>
        <p:nvSpPr>
          <p:cNvPr id="5" name="Shape 2">
            <a:extLst xmlns:a="http://schemas.openxmlformats.org/drawingml/2006/main">
              <a:ext uri="{FF2B5EF4-FFF2-40B4-BE49-F238E27FC236}">
                <a16:creationId xmlns:a16="http://schemas.microsoft.com/office/drawing/2014/main" id="{8B059B67-02BC-47E7-A42A-6D005286104A}"/>
              </a:ext>
            </a:extLst>
          </p:cNvPr>
          <p:cNvSpPr>
            <a:spLocks xmlns:a="http://schemas.openxmlformats.org/drawingml/2006/main" noGrp="1"/>
          </p:cNvSpPr>
          <p:nvPr/>
        </p:nvSpPr>
        <p:spPr>
          <a:xfrm xmlns:a="http://schemas.openxmlformats.org/drawingml/2006/main">
            <a:off x="0" y="1714500"/>
            <a:ext cx="5286375" cy="2905125"/>
          </a:xfrm>
          <a:prstGeom xmlns:a="http://schemas.openxmlformats.org/drawingml/2006/main" prst="rect">
            <a:avLst/>
          </a:prstGeom>
          <a:solidFill xmlns:a="http://schemas.openxmlformats.org/drawingml/2006/main">
            <a:srgbClr val="0B2235"/>
          </a:solidFill>
        </p:spPr>
      </p:sp>
      <p:sp>
        <p:nvSpPr>
          <p:cNvPr id="6" name="Text 3">
            <a:extLst xmlns:a="http://schemas.openxmlformats.org/drawingml/2006/main">
              <a:ext uri="{FF2B5EF4-FFF2-40B4-BE49-F238E27FC236}">
                <a16:creationId xmlns:a16="http://schemas.microsoft.com/office/drawing/2014/main" id="{E7833EA9-7878-4646-BF4D-313685B9353B}"/>
              </a:ext>
            </a:extLst>
          </p:cNvPr>
          <p:cNvSpPr>
            <a:spLocks xmlns:a="http://schemas.openxmlformats.org/drawingml/2006/main" noGrp="1"/>
          </p:cNvSpPr>
          <p:nvPr/>
        </p:nvSpPr>
        <p:spPr>
          <a:xfrm xmlns:a="http://schemas.openxmlformats.org/drawingml/2006/main">
            <a:off x="523875" y="1976438"/>
            <a:ext cx="23812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00A67E">
                    <a:alpha val="99000"/>
                  </a:srgbClr>
                </a:solidFill>
                <a:latin typeface="Inter"/>
                <a:ea typeface="Inter"/>
                <a:cs typeface="Inter"/>
              </a:rPr>
              <a:t>ĐÃ HOÀN THÀNH</a:t>
            </a:r>
            <a:endParaRPr sz="1033"/>
          </a:p>
        </p:txBody>
      </p:sp>
      <p:sp>
        <p:nvSpPr>
          <p:cNvPr id="7" name="Text 4">
            <a:extLst xmlns:a="http://schemas.openxmlformats.org/drawingml/2006/main">
              <a:ext uri="{FF2B5EF4-FFF2-40B4-BE49-F238E27FC236}">
                <a16:creationId xmlns:a16="http://schemas.microsoft.com/office/drawing/2014/main" id="{17E72820-BAA9-49D5-BDF7-2A69953A4BE7}"/>
              </a:ext>
            </a:extLst>
          </p:cNvPr>
          <p:cNvSpPr>
            <a:spLocks xmlns:a="http://schemas.openxmlformats.org/drawingml/2006/main" noGrp="1"/>
          </p:cNvSpPr>
          <p:nvPr/>
        </p:nvSpPr>
        <p:spPr>
          <a:xfrm xmlns:a="http://schemas.openxmlformats.org/drawingml/2006/main">
            <a:off x="523875" y="2381250"/>
            <a:ext cx="42862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55"/>
              </a:lnSpc>
              <a:buNone/>
            </a:pPr>
            <a:r>
              <a:rPr sz="1532" b="1">
                <a:solidFill>
                  <a:srgbClr val="00A67E">
                    <a:alpha val="99000"/>
                  </a:srgbClr>
                </a:solidFill>
                <a:latin typeface="Space Grotesk"/>
                <a:ea typeface="Space Grotesk"/>
                <a:cs typeface="Space Grotesk"/>
              </a:rPr>
              <a:t>01</a:t>
            </a:r>
            <a:endParaRPr sz="1532"/>
          </a:p>
        </p:txBody>
      </p:sp>
      <p:sp>
        <p:nvSpPr>
          <p:cNvPr id="8" name="Text 5">
            <a:extLst xmlns:a="http://schemas.openxmlformats.org/drawingml/2006/main">
              <a:ext uri="{FF2B5EF4-FFF2-40B4-BE49-F238E27FC236}">
                <a16:creationId xmlns:a16="http://schemas.microsoft.com/office/drawing/2014/main" id="{EC540DD8-E314-4783-B17D-42938FEFC5E4}"/>
              </a:ext>
            </a:extLst>
          </p:cNvPr>
          <p:cNvSpPr>
            <a:spLocks xmlns:a="http://schemas.openxmlformats.org/drawingml/2006/main" noGrp="1"/>
          </p:cNvSpPr>
          <p:nvPr/>
        </p:nvSpPr>
        <p:spPr>
          <a:xfrm xmlns:a="http://schemas.openxmlformats.org/drawingml/2006/main">
            <a:off x="1095375" y="2414588"/>
            <a:ext cx="36195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64"/>
              </a:lnSpc>
              <a:buNone/>
            </a:pPr>
            <a:r>
              <a:rPr sz="962" b="1">
                <a:solidFill>
                  <a:srgbClr val="FFFFFF">
                    <a:alpha val="99000"/>
                  </a:srgbClr>
                </a:solidFill>
                <a:latin typeface="Inter"/>
                <a:ea typeface="Inter"/>
                <a:cs typeface="Inter"/>
              </a:rPr>
              <a:t>Nhiều kỳ và lịch riêng</a:t>
            </a:r>
            <a:endParaRPr sz="962"/>
          </a:p>
        </p:txBody>
      </p:sp>
      <p:sp>
        <p:nvSpPr>
          <p:cNvPr id="9" name="Shape 6">
            <a:extLst xmlns:a="http://schemas.openxmlformats.org/drawingml/2006/main">
              <a:ext uri="{FF2B5EF4-FFF2-40B4-BE49-F238E27FC236}">
                <a16:creationId xmlns:a16="http://schemas.microsoft.com/office/drawing/2014/main" id="{EE4D2017-B8F3-4B1A-B9B7-1AEA86D4BC05}"/>
              </a:ext>
            </a:extLst>
          </p:cNvPr>
          <p:cNvSpPr>
            <a:spLocks xmlns:a="http://schemas.openxmlformats.org/drawingml/2006/main" noGrp="1"/>
          </p:cNvSpPr>
          <p:nvPr/>
        </p:nvSpPr>
        <p:spPr>
          <a:xfrm xmlns:a="http://schemas.openxmlformats.org/drawingml/2006/main">
            <a:off x="1095375" y="2700338"/>
            <a:ext cx="3333750" cy="9525"/>
          </a:xfrm>
          <a:prstGeom xmlns:a="http://schemas.openxmlformats.org/drawingml/2006/main" prst="rect">
            <a:avLst/>
          </a:prstGeom>
          <a:solidFill xmlns:a="http://schemas.openxmlformats.org/drawingml/2006/main">
            <a:srgbClr val="405766"/>
          </a:solidFill>
        </p:spPr>
      </p:sp>
      <p:sp>
        <p:nvSpPr>
          <p:cNvPr id="10" name="Text 7">
            <a:extLst xmlns:a="http://schemas.openxmlformats.org/drawingml/2006/main">
              <a:ext uri="{FF2B5EF4-FFF2-40B4-BE49-F238E27FC236}">
                <a16:creationId xmlns:a16="http://schemas.microsoft.com/office/drawing/2014/main" id="{7A22BB83-3D32-438E-8AB9-EBD8F2463939}"/>
              </a:ext>
            </a:extLst>
          </p:cNvPr>
          <p:cNvSpPr>
            <a:spLocks xmlns:a="http://schemas.openxmlformats.org/drawingml/2006/main" noGrp="1"/>
          </p:cNvSpPr>
          <p:nvPr/>
        </p:nvSpPr>
        <p:spPr>
          <a:xfrm xmlns:a="http://schemas.openxmlformats.org/drawingml/2006/main">
            <a:off x="523875" y="2857500"/>
            <a:ext cx="42862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55"/>
              </a:lnSpc>
              <a:buNone/>
            </a:pPr>
            <a:r>
              <a:rPr sz="1532" b="1">
                <a:solidFill>
                  <a:srgbClr val="00A67E">
                    <a:alpha val="99000"/>
                  </a:srgbClr>
                </a:solidFill>
                <a:latin typeface="Space Grotesk"/>
                <a:ea typeface="Space Grotesk"/>
                <a:cs typeface="Space Grotesk"/>
              </a:rPr>
              <a:t>02</a:t>
            </a:r>
            <a:endParaRPr sz="1532"/>
          </a:p>
        </p:txBody>
      </p:sp>
      <p:sp>
        <p:nvSpPr>
          <p:cNvPr id="11" name="Text 8">
            <a:extLst xmlns:a="http://schemas.openxmlformats.org/drawingml/2006/main">
              <a:ext uri="{FF2B5EF4-FFF2-40B4-BE49-F238E27FC236}">
                <a16:creationId xmlns:a16="http://schemas.microsoft.com/office/drawing/2014/main" id="{A4335E75-993D-4A2F-AB60-A0D23BEC9B3A}"/>
              </a:ext>
            </a:extLst>
          </p:cNvPr>
          <p:cNvSpPr>
            <a:spLocks xmlns:a="http://schemas.openxmlformats.org/drawingml/2006/main" noGrp="1"/>
          </p:cNvSpPr>
          <p:nvPr/>
        </p:nvSpPr>
        <p:spPr>
          <a:xfrm xmlns:a="http://schemas.openxmlformats.org/drawingml/2006/main">
            <a:off x="1095375" y="2890838"/>
            <a:ext cx="36195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64"/>
              </a:lnSpc>
              <a:buNone/>
            </a:pPr>
            <a:r>
              <a:rPr sz="962" b="1">
                <a:solidFill>
                  <a:srgbClr val="FFFFFF">
                    <a:alpha val="99000"/>
                  </a:srgbClr>
                </a:solidFill>
                <a:latin typeface="Inter"/>
                <a:ea typeface="Inter"/>
                <a:cs typeface="Inter"/>
              </a:rPr>
              <a:t>Đơn thường · bổ sung · điều chỉnh</a:t>
            </a:r>
            <a:endParaRPr sz="962"/>
          </a:p>
        </p:txBody>
      </p:sp>
      <p:sp>
        <p:nvSpPr>
          <p:cNvPr id="12" name="Shape 9">
            <a:extLst xmlns:a="http://schemas.openxmlformats.org/drawingml/2006/main">
              <a:ext uri="{FF2B5EF4-FFF2-40B4-BE49-F238E27FC236}">
                <a16:creationId xmlns:a16="http://schemas.microsoft.com/office/drawing/2014/main" id="{AB5C17D7-71DB-486F-9C74-0E4BC1B5E4F6}"/>
              </a:ext>
            </a:extLst>
          </p:cNvPr>
          <p:cNvSpPr>
            <a:spLocks xmlns:a="http://schemas.openxmlformats.org/drawingml/2006/main" noGrp="1"/>
          </p:cNvSpPr>
          <p:nvPr/>
        </p:nvSpPr>
        <p:spPr>
          <a:xfrm xmlns:a="http://schemas.openxmlformats.org/drawingml/2006/main">
            <a:off x="1095375" y="3176588"/>
            <a:ext cx="3333750" cy="9525"/>
          </a:xfrm>
          <a:prstGeom xmlns:a="http://schemas.openxmlformats.org/drawingml/2006/main" prst="rect">
            <a:avLst/>
          </a:prstGeom>
          <a:solidFill xmlns:a="http://schemas.openxmlformats.org/drawingml/2006/main">
            <a:srgbClr val="405766"/>
          </a:solidFill>
        </p:spPr>
      </p:sp>
      <p:sp>
        <p:nvSpPr>
          <p:cNvPr id="13" name="Text 10">
            <a:extLst xmlns:a="http://schemas.openxmlformats.org/drawingml/2006/main">
              <a:ext uri="{FF2B5EF4-FFF2-40B4-BE49-F238E27FC236}">
                <a16:creationId xmlns:a16="http://schemas.microsoft.com/office/drawing/2014/main" id="{04E26011-0ACD-46EB-8750-D3B582A525EE}"/>
              </a:ext>
            </a:extLst>
          </p:cNvPr>
          <p:cNvSpPr>
            <a:spLocks xmlns:a="http://schemas.openxmlformats.org/drawingml/2006/main" noGrp="1"/>
          </p:cNvSpPr>
          <p:nvPr/>
        </p:nvSpPr>
        <p:spPr>
          <a:xfrm xmlns:a="http://schemas.openxmlformats.org/drawingml/2006/main">
            <a:off x="523875" y="3333750"/>
            <a:ext cx="42862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55"/>
              </a:lnSpc>
              <a:buNone/>
            </a:pPr>
            <a:r>
              <a:rPr sz="1532" b="1">
                <a:solidFill>
                  <a:srgbClr val="00A67E">
                    <a:alpha val="99000"/>
                  </a:srgbClr>
                </a:solidFill>
                <a:latin typeface="Space Grotesk"/>
                <a:ea typeface="Space Grotesk"/>
                <a:cs typeface="Space Grotesk"/>
              </a:rPr>
              <a:t>03</a:t>
            </a:r>
            <a:endParaRPr sz="1532"/>
          </a:p>
        </p:txBody>
      </p:sp>
      <p:sp>
        <p:nvSpPr>
          <p:cNvPr id="14" name="Text 11">
            <a:extLst xmlns:a="http://schemas.openxmlformats.org/drawingml/2006/main">
              <a:ext uri="{FF2B5EF4-FFF2-40B4-BE49-F238E27FC236}">
                <a16:creationId xmlns:a16="http://schemas.microsoft.com/office/drawing/2014/main" id="{7C9A02B5-2335-4792-86BA-EDCB14EB4060}"/>
              </a:ext>
            </a:extLst>
          </p:cNvPr>
          <p:cNvSpPr>
            <a:spLocks xmlns:a="http://schemas.openxmlformats.org/drawingml/2006/main" noGrp="1"/>
          </p:cNvSpPr>
          <p:nvPr/>
        </p:nvSpPr>
        <p:spPr>
          <a:xfrm xmlns:a="http://schemas.openxmlformats.org/drawingml/2006/main">
            <a:off x="1095375" y="3367088"/>
            <a:ext cx="36195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64"/>
              </a:lnSpc>
              <a:buNone/>
            </a:pPr>
            <a:r>
              <a:rPr sz="962" b="1">
                <a:solidFill>
                  <a:srgbClr val="FFFFFF">
                    <a:alpha val="99000"/>
                  </a:srgbClr>
                </a:solidFill>
                <a:latin typeface="Inter"/>
                <a:ea typeface="Inter"/>
                <a:cs typeface="Inter"/>
              </a:rPr>
              <a:t>Bảng giá · chốt kỳ · phân quyền</a:t>
            </a:r>
            <a:endParaRPr sz="962"/>
          </a:p>
        </p:txBody>
      </p:sp>
      <p:sp>
        <p:nvSpPr>
          <p:cNvPr id="15" name="Shape 12">
            <a:extLst xmlns:a="http://schemas.openxmlformats.org/drawingml/2006/main">
              <a:ext uri="{FF2B5EF4-FFF2-40B4-BE49-F238E27FC236}">
                <a16:creationId xmlns:a16="http://schemas.microsoft.com/office/drawing/2014/main" id="{CF188EF7-D346-413B-AFC0-9C88DF5BC92A}"/>
              </a:ext>
            </a:extLst>
          </p:cNvPr>
          <p:cNvSpPr>
            <a:spLocks xmlns:a="http://schemas.openxmlformats.org/drawingml/2006/main" noGrp="1"/>
          </p:cNvSpPr>
          <p:nvPr/>
        </p:nvSpPr>
        <p:spPr>
          <a:xfrm xmlns:a="http://schemas.openxmlformats.org/drawingml/2006/main">
            <a:off x="1095375" y="3652838"/>
            <a:ext cx="3333750" cy="9525"/>
          </a:xfrm>
          <a:prstGeom xmlns:a="http://schemas.openxmlformats.org/drawingml/2006/main" prst="rect">
            <a:avLst/>
          </a:prstGeom>
          <a:solidFill xmlns:a="http://schemas.openxmlformats.org/drawingml/2006/main">
            <a:srgbClr val="405766"/>
          </a:solidFill>
        </p:spPr>
      </p:sp>
      <p:sp>
        <p:nvSpPr>
          <p:cNvPr id="16" name="Text 13">
            <a:extLst xmlns:a="http://schemas.openxmlformats.org/drawingml/2006/main">
              <a:ext uri="{FF2B5EF4-FFF2-40B4-BE49-F238E27FC236}">
                <a16:creationId xmlns:a16="http://schemas.microsoft.com/office/drawing/2014/main" id="{F33251B0-E6CE-4C38-B653-AF377751BAA0}"/>
              </a:ext>
            </a:extLst>
          </p:cNvPr>
          <p:cNvSpPr>
            <a:spLocks xmlns:a="http://schemas.openxmlformats.org/drawingml/2006/main" noGrp="1"/>
          </p:cNvSpPr>
          <p:nvPr/>
        </p:nvSpPr>
        <p:spPr>
          <a:xfrm xmlns:a="http://schemas.openxmlformats.org/drawingml/2006/main">
            <a:off x="523875" y="3810000"/>
            <a:ext cx="42862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55"/>
              </a:lnSpc>
              <a:buNone/>
            </a:pPr>
            <a:r>
              <a:rPr sz="1532" b="1">
                <a:solidFill>
                  <a:srgbClr val="00A67E">
                    <a:alpha val="99000"/>
                  </a:srgbClr>
                </a:solidFill>
                <a:latin typeface="Space Grotesk"/>
                <a:ea typeface="Space Grotesk"/>
                <a:cs typeface="Space Grotesk"/>
              </a:rPr>
              <a:t>04</a:t>
            </a:r>
            <a:endParaRPr sz="1532"/>
          </a:p>
        </p:txBody>
      </p:sp>
      <p:sp>
        <p:nvSpPr>
          <p:cNvPr id="17" name="Text 14">
            <a:extLst xmlns:a="http://schemas.openxmlformats.org/drawingml/2006/main">
              <a:ext uri="{FF2B5EF4-FFF2-40B4-BE49-F238E27FC236}">
                <a16:creationId xmlns:a16="http://schemas.microsoft.com/office/drawing/2014/main" id="{37CD1EC9-C651-470F-BB43-96B8F195A5F3}"/>
              </a:ext>
            </a:extLst>
          </p:cNvPr>
          <p:cNvSpPr>
            <a:spLocks xmlns:a="http://schemas.openxmlformats.org/drawingml/2006/main" noGrp="1"/>
          </p:cNvSpPr>
          <p:nvPr/>
        </p:nvSpPr>
        <p:spPr>
          <a:xfrm xmlns:a="http://schemas.openxmlformats.org/drawingml/2006/main">
            <a:off x="1095375" y="3843338"/>
            <a:ext cx="36195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64"/>
              </a:lnSpc>
              <a:buNone/>
            </a:pPr>
            <a:r>
              <a:rPr sz="962" b="1">
                <a:solidFill>
                  <a:srgbClr val="FFFFFF">
                    <a:alpha val="99000"/>
                  </a:srgbClr>
                </a:solidFill>
                <a:latin typeface="Inter"/>
                <a:ea typeface="Inter"/>
                <a:cs typeface="Inter"/>
              </a:rPr>
              <a:t>Tra cứu · báo cáo · xuất dữ liệu</a:t>
            </a:r>
            <a:endParaRPr sz="962"/>
          </a:p>
        </p:txBody>
      </p:sp>
      <p:sp>
        <p:nvSpPr>
          <p:cNvPr id="18" name="Text 15">
            <a:extLst xmlns:a="http://schemas.openxmlformats.org/drawingml/2006/main">
              <a:ext uri="{FF2B5EF4-FFF2-40B4-BE49-F238E27FC236}">
                <a16:creationId xmlns:a16="http://schemas.microsoft.com/office/drawing/2014/main" id="{23018E98-7B38-48E9-B35A-D05E1A8C6FAD}"/>
              </a:ext>
            </a:extLst>
          </p:cNvPr>
          <p:cNvSpPr>
            <a:spLocks xmlns:a="http://schemas.openxmlformats.org/drawingml/2006/main" noGrp="1"/>
          </p:cNvSpPr>
          <p:nvPr/>
        </p:nvSpPr>
        <p:spPr>
          <a:xfrm xmlns:a="http://schemas.openxmlformats.org/drawingml/2006/main">
            <a:off x="5762625" y="1976438"/>
            <a:ext cx="23812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b="1">
                <a:solidFill>
                  <a:srgbClr val="FF4D3D">
                    <a:alpha val="99000"/>
                  </a:srgbClr>
                </a:solidFill>
                <a:latin typeface="Inter"/>
                <a:ea typeface="Inter"/>
                <a:cs typeface="Inter"/>
              </a:rPr>
              <a:t>HƯỚNG PHÁT TRIỂN</a:t>
            </a:r>
            <a:endParaRPr sz="1033"/>
          </a:p>
        </p:txBody>
      </p:sp>
      <p:sp>
        <p:nvSpPr>
          <p:cNvPr id="19" name="Text 16">
            <a:extLst xmlns:a="http://schemas.openxmlformats.org/drawingml/2006/main">
              <a:ext uri="{FF2B5EF4-FFF2-40B4-BE49-F238E27FC236}">
                <a16:creationId xmlns:a16="http://schemas.microsoft.com/office/drawing/2014/main" id="{CAC47FE5-B5EF-4785-AFAC-5A6C862E4C48}"/>
              </a:ext>
            </a:extLst>
          </p:cNvPr>
          <p:cNvSpPr>
            <a:spLocks xmlns:a="http://schemas.openxmlformats.org/drawingml/2006/main" noGrp="1"/>
          </p:cNvSpPr>
          <p:nvPr/>
        </p:nvSpPr>
        <p:spPr>
          <a:xfrm xmlns:a="http://schemas.openxmlformats.org/drawingml/2006/main">
            <a:off x="5762625" y="2428875"/>
            <a:ext cx="26670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64"/>
              </a:lnSpc>
              <a:buNone/>
            </a:pPr>
            <a:r>
              <a:rPr sz="1069">
                <a:solidFill>
                  <a:srgbClr val="0B2235">
                    <a:alpha val="99000"/>
                  </a:srgbClr>
                </a:solidFill>
                <a:latin typeface="Space Grotesk"/>
                <a:ea typeface="Space Grotesk"/>
                <a:cs typeface="Space Grotesk"/>
              </a:rPr>
              <a:t>Dữ liệu vận hành dài hạn</a:t>
            </a:r>
            <a:endParaRPr sz="1069"/>
          </a:p>
        </p:txBody>
      </p:sp>
      <p:sp>
        <p:nvSpPr>
          <p:cNvPr id="20" name="Text 17">
            <a:extLst xmlns:a="http://schemas.openxmlformats.org/drawingml/2006/main">
              <a:ext uri="{FF2B5EF4-FFF2-40B4-BE49-F238E27FC236}">
                <a16:creationId xmlns:a16="http://schemas.microsoft.com/office/drawing/2014/main" id="{DCAFEB55-DA6E-42C9-A35A-A9CBA34593D3}"/>
              </a:ext>
            </a:extLst>
          </p:cNvPr>
          <p:cNvSpPr>
            <a:spLocks xmlns:a="http://schemas.openxmlformats.org/drawingml/2006/main" noGrp="1"/>
          </p:cNvSpPr>
          <p:nvPr/>
        </p:nvSpPr>
        <p:spPr>
          <a:xfrm xmlns:a="http://schemas.openxmlformats.org/drawingml/2006/main">
            <a:off x="5762625" y="2857500"/>
            <a:ext cx="26670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64"/>
              </a:lnSpc>
              <a:buNone/>
            </a:pPr>
            <a:r>
              <a:rPr sz="1069">
                <a:solidFill>
                  <a:srgbClr val="0B2235">
                    <a:alpha val="99000"/>
                  </a:srgbClr>
                </a:solidFill>
                <a:latin typeface="Space Grotesk"/>
                <a:ea typeface="Space Grotesk"/>
                <a:cs typeface="Space Grotesk"/>
              </a:rPr>
              <a:t>Đơn mua hàng · hợp đồng · vận chuyển</a:t>
            </a:r>
            <a:endParaRPr sz="1069"/>
          </a:p>
        </p:txBody>
      </p:sp>
      <p:sp>
        <p:nvSpPr>
          <p:cNvPr id="21" name="Text 18">
            <a:extLst xmlns:a="http://schemas.openxmlformats.org/drawingml/2006/main">
              <a:ext uri="{FF2B5EF4-FFF2-40B4-BE49-F238E27FC236}">
                <a16:creationId xmlns:a16="http://schemas.microsoft.com/office/drawing/2014/main" id="{D0415417-D3DF-4A3D-A109-A10F4E059FBB}"/>
              </a:ext>
            </a:extLst>
          </p:cNvPr>
          <p:cNvSpPr>
            <a:spLocks xmlns:a="http://schemas.openxmlformats.org/drawingml/2006/main" noGrp="1"/>
          </p:cNvSpPr>
          <p:nvPr/>
        </p:nvSpPr>
        <p:spPr>
          <a:xfrm xmlns:a="http://schemas.openxmlformats.org/drawingml/2006/main">
            <a:off x="5762625" y="3286125"/>
            <a:ext cx="26670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64"/>
              </a:lnSpc>
              <a:buNone/>
            </a:pPr>
            <a:r>
              <a:rPr sz="1069">
                <a:solidFill>
                  <a:srgbClr val="0B2235">
                    <a:alpha val="99000"/>
                  </a:srgbClr>
                </a:solidFill>
                <a:latin typeface="Space Grotesk"/>
                <a:ea typeface="Space Grotesk"/>
                <a:cs typeface="Space Grotesk"/>
              </a:rPr>
              <a:t>So sánh nhiều nhà cung cấp</a:t>
            </a:r>
            <a:endParaRPr sz="1069"/>
          </a:p>
        </p:txBody>
      </p:sp>
      <p:sp>
        <p:nvSpPr>
          <p:cNvPr id="22" name="Shape 19">
            <a:extLst xmlns:a="http://schemas.openxmlformats.org/drawingml/2006/main">
              <a:ext uri="{FF2B5EF4-FFF2-40B4-BE49-F238E27FC236}">
                <a16:creationId xmlns:a16="http://schemas.microsoft.com/office/drawing/2014/main" id="{588EC12D-BA00-482E-878B-6EF8F35A53CE}"/>
              </a:ext>
            </a:extLst>
          </p:cNvPr>
          <p:cNvSpPr>
            <a:spLocks xmlns:a="http://schemas.openxmlformats.org/drawingml/2006/main" noGrp="1"/>
          </p:cNvSpPr>
          <p:nvPr/>
        </p:nvSpPr>
        <p:spPr>
          <a:xfrm xmlns:a="http://schemas.openxmlformats.org/drawingml/2006/main">
            <a:off x="7143750" y="3833812"/>
            <a:ext cx="2143125" cy="2143125"/>
          </a:xfrm>
          <a:prstGeom xmlns:a="http://schemas.openxmlformats.org/drawingml/2006/main" prst="ellipse">
            <a:avLst/>
          </a:prstGeom>
          <a:solidFill xmlns:a="http://schemas.openxmlformats.org/drawingml/2006/main">
            <a:srgbClr val="00A67E"/>
          </a:solidFill>
        </p:spPr>
      </p:sp>
      <p:sp>
        <p:nvSpPr>
          <p:cNvPr id="23" name="Text 20">
            <a:extLst xmlns:a="http://schemas.openxmlformats.org/drawingml/2006/main">
              <a:ext uri="{FF2B5EF4-FFF2-40B4-BE49-F238E27FC236}">
                <a16:creationId xmlns:a16="http://schemas.microsoft.com/office/drawing/2014/main" id="{A07424C2-A63F-4FE5-8311-CD491E7A0058}"/>
              </a:ext>
            </a:extLst>
          </p:cNvPr>
          <p:cNvSpPr>
            <a:spLocks xmlns:a="http://schemas.openxmlformats.org/drawingml/2006/main" noGrp="1"/>
          </p:cNvSpPr>
          <p:nvPr/>
        </p:nvSpPr>
        <p:spPr>
          <a:xfrm xmlns:a="http://schemas.openxmlformats.org/drawingml/2006/main">
            <a:off x="7191375" y="4286250"/>
            <a:ext cx="123825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73"/>
              </a:lnSpc>
              <a:buNone/>
            </a:pPr>
            <a:r>
              <a:rPr sz="998" b="1">
                <a:solidFill>
                  <a:srgbClr val="111315">
                    <a:alpha val="99000"/>
                  </a:srgbClr>
                </a:solidFill>
                <a:latin typeface="Space Grotesk"/>
                <a:ea typeface="Space Grotesk"/>
                <a:cs typeface="Space Grotesk"/>
              </a:rPr>
              <a:t>TƯƠNG LAI</a:t>
            </a:r>
            <a:endParaRPr sz="998"/>
          </a:p>
        </p:txBody>
      </p:sp>
      <p:sp>
        <p:nvSpPr>
          <p:cNvPr id="24" name="Text 21">
            <a:extLst xmlns:a="http://schemas.openxmlformats.org/drawingml/2006/main">
              <a:ext uri="{FF2B5EF4-FFF2-40B4-BE49-F238E27FC236}">
                <a16:creationId xmlns:a16="http://schemas.microsoft.com/office/drawing/2014/main" id="{D6F1F157-B13F-4134-B800-97C11444FAC9}"/>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FFFFFF">
                    <a:alpha val="99000"/>
                  </a:srgbClr>
                </a:solidFill>
                <a:latin typeface="Inter"/>
                <a:ea typeface="Inter"/>
                <a:cs typeface="Inter"/>
              </a:rPr>
              <a:t>14</a:t>
            </a:r>
            <a:endParaRPr sz="748"/>
          </a:p>
        </p:txBody>
      </p:sp>
      <p:sp>
        <p:nvSpPr>
          <p:cNvPr id="25" name="Shape 22">
            <a:extLst xmlns:a="http://schemas.openxmlformats.org/drawingml/2006/main">
              <a:ext uri="{FF2B5EF4-FFF2-40B4-BE49-F238E27FC236}">
                <a16:creationId xmlns:a16="http://schemas.microsoft.com/office/drawing/2014/main" id="{7E7ECF6A-E1EE-46E4-ACBB-4CBBFCC749E3}"/>
              </a:ext>
            </a:extLst>
          </p:cNvPr>
          <p:cNvSpPr>
            <a:spLocks xmlns:a="http://schemas.openxmlformats.org/drawingml/2006/main" noGrp="1"/>
          </p:cNvSpPr>
          <p:nvPr/>
        </p:nvSpPr>
        <p:spPr>
          <a:xfrm xmlns:a="http://schemas.openxmlformats.org/drawingml/2006/main">
            <a:off x="523875" y="4876800"/>
            <a:ext cx="6286500" cy="14288"/>
          </a:xfrm>
          <a:prstGeom xmlns:a="http://schemas.openxmlformats.org/drawingml/2006/main" prst="rect">
            <a:avLst/>
          </a:prstGeom>
          <a:solidFill xmlns:a="http://schemas.openxmlformats.org/drawingml/2006/main">
            <a:srgbClr val="0B2235"/>
          </a:solidFill>
        </p:spPr>
      </p:sp>
    </p:spTree>
    <p:extLst>
      <p:ext uri="{BB962C8B-B14F-4D97-AF65-F5344CB8AC3E}">
        <p14:creationId xmlns:p14="http://schemas.microsoft.com/office/powerpoint/2010/main" val="1941899717"/>
      </p:ext>
    </p:extLst>
  </p:cSld>
</p:sld>
</file>

<file path=ppt/slides/slide15.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64FD3CC9-2F68-4956-9986-111456EE25F6}"/>
              </a:ext>
            </a:extLst>
          </p:cNvPr>
          <p:cNvSpPr>
            <a:spLocks xmlns:a="http://schemas.openxmlformats.org/drawingml/2006/main" noGrp="1"/>
          </p:cNvSpPr>
          <p:nvPr/>
        </p:nvSpPr>
        <p:spPr>
          <a:xfrm xmlns:a="http://schemas.openxmlformats.org/drawingml/2006/main">
            <a:off x="-1000125" y="-1047750"/>
            <a:ext cx="2952750" cy="2952750"/>
          </a:xfrm>
          <a:prstGeom xmlns:a="http://schemas.openxmlformats.org/drawingml/2006/main" prst="ellipse">
            <a:avLst/>
          </a:prstGeom>
          <a:solidFill xmlns:a="http://schemas.openxmlformats.org/drawingml/2006/main">
            <a:srgbClr val="00A67E"/>
          </a:solidFill>
        </p:spPr>
      </p:sp>
      <p:sp>
        <p:nvSpPr>
          <p:cNvPr id="4" name="Shape 1">
            <a:extLst xmlns:a="http://schemas.openxmlformats.org/drawingml/2006/main">
              <a:ext uri="{FF2B5EF4-FFF2-40B4-BE49-F238E27FC236}">
                <a16:creationId xmlns:a16="http://schemas.microsoft.com/office/drawing/2014/main" id="{F8FD4E88-85BC-41C1-84DB-DCA4B825E339}"/>
              </a:ext>
            </a:extLst>
          </p:cNvPr>
          <p:cNvSpPr>
            <a:spLocks xmlns:a="http://schemas.openxmlformats.org/drawingml/2006/main" noGrp="1"/>
          </p:cNvSpPr>
          <p:nvPr/>
        </p:nvSpPr>
        <p:spPr>
          <a:xfrm xmlns:a="http://schemas.openxmlformats.org/drawingml/2006/main">
            <a:off x="7620000" y="-571500"/>
            <a:ext cx="2190750" cy="2190750"/>
          </a:xfrm>
          <a:prstGeom xmlns:a="http://schemas.openxmlformats.org/drawingml/2006/main" prst="ellipse">
            <a:avLst/>
          </a:prstGeom>
          <a:solidFill xmlns:a="http://schemas.openxmlformats.org/drawingml/2006/main">
            <a:srgbClr val="F7D75C"/>
          </a:solidFill>
        </p:spPr>
      </p:sp>
      <p:sp>
        <p:nvSpPr>
          <p:cNvPr id="5" name="Text 2">
            <a:extLst xmlns:a="http://schemas.openxmlformats.org/drawingml/2006/main">
              <a:ext uri="{FF2B5EF4-FFF2-40B4-BE49-F238E27FC236}">
                <a16:creationId xmlns:a16="http://schemas.microsoft.com/office/drawing/2014/main" id="{6D38AF6B-10C7-4E3E-B14C-E66FCB17BAB5}"/>
              </a:ext>
            </a:extLst>
          </p:cNvPr>
          <p:cNvSpPr>
            <a:spLocks xmlns:a="http://schemas.openxmlformats.org/drawingml/2006/main" noGrp="1"/>
          </p:cNvSpPr>
          <p:nvPr/>
        </p:nvSpPr>
        <p:spPr>
          <a:xfrm xmlns:a="http://schemas.openxmlformats.org/drawingml/2006/main">
            <a:off x="523875" y="333375"/>
            <a:ext cx="19050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82"/>
              </a:lnSpc>
              <a:buNone/>
            </a:pPr>
            <a:r>
              <a:rPr sz="926" b="1">
                <a:solidFill>
                  <a:srgbClr val="0B2235">
                    <a:alpha val="99000"/>
                  </a:srgbClr>
                </a:solidFill>
                <a:latin typeface="Space Grotesk"/>
                <a:ea typeface="Space Grotesk"/>
                <a:cs typeface="Space Grotesk"/>
              </a:rPr>
              <a:t>GTAS VPP</a:t>
            </a:r>
            <a:endParaRPr sz="926"/>
          </a:p>
        </p:txBody>
      </p:sp>
      <p:sp>
        <p:nvSpPr>
          <p:cNvPr id="6" name="Text 3">
            <a:extLst xmlns:a="http://schemas.openxmlformats.org/drawingml/2006/main">
              <a:ext uri="{FF2B5EF4-FFF2-40B4-BE49-F238E27FC236}">
                <a16:creationId xmlns:a16="http://schemas.microsoft.com/office/drawing/2014/main" id="{142224DD-4F40-46D6-AE4B-E0C9F756DB68}"/>
              </a:ext>
            </a:extLst>
          </p:cNvPr>
          <p:cNvSpPr>
            <a:spLocks xmlns:a="http://schemas.openxmlformats.org/drawingml/2006/main" noGrp="1"/>
          </p:cNvSpPr>
          <p:nvPr/>
        </p:nvSpPr>
        <p:spPr>
          <a:xfrm xmlns:a="http://schemas.openxmlformats.org/drawingml/2006/main">
            <a:off x="523875" y="1190625"/>
            <a:ext cx="6572250"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r>
              <a:rPr sz="3349" b="1">
                <a:solidFill>
                  <a:srgbClr val="0B2235">
                    <a:alpha val="99000"/>
                  </a:srgbClr>
                </a:solidFill>
                <a:latin typeface="Inter"/>
                <a:ea typeface="Inter"/>
                <a:cs typeface="Inter"/>
              </a:rPr>
              <a:t>Tập trung dữ liệu.</a:t>
            </a:r>
          </a:p>
          <a:p xmlns:a="http://schemas.openxmlformats.org/drawingml/2006/main">
            <a:pPr marL="0" algn="l"/>
            <a:r>
              <a:rPr sz="3349" b="1">
                <a:solidFill>
                  <a:srgbClr val="0B2235">
                    <a:alpha val="99000"/>
                  </a:srgbClr>
                </a:solidFill>
                <a:latin typeface="Inter"/>
                <a:ea typeface="Inter"/>
                <a:cs typeface="Inter"/>
              </a:rPr>
              <a:t>Kiểm soát thay đổi.</a:t>
            </a:r>
          </a:p>
        </p:txBody>
      </p:sp>
      <p:sp>
        <p:nvSpPr>
          <p:cNvPr id="7" name="Text 4">
            <a:extLst xmlns:a="http://schemas.openxmlformats.org/drawingml/2006/main">
              <a:ext uri="{FF2B5EF4-FFF2-40B4-BE49-F238E27FC236}">
                <a16:creationId xmlns:a16="http://schemas.microsoft.com/office/drawing/2014/main" id="{850C255C-76F9-42E2-83C9-047456BEB4D9}"/>
              </a:ext>
            </a:extLst>
          </p:cNvPr>
          <p:cNvSpPr>
            <a:spLocks xmlns:a="http://schemas.openxmlformats.org/drawingml/2006/main" noGrp="1"/>
          </p:cNvSpPr>
          <p:nvPr/>
        </p:nvSpPr>
        <p:spPr>
          <a:xfrm xmlns:a="http://schemas.openxmlformats.org/drawingml/2006/main">
            <a:off x="547688" y="2381250"/>
            <a:ext cx="619125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91"/>
              </a:lnSpc>
              <a:buNone/>
            </a:pPr>
            <a:r>
              <a:rPr sz="1247" b="1">
                <a:solidFill>
                  <a:srgbClr val="00A67E">
                    <a:alpha val="99000"/>
                  </a:srgbClr>
                </a:solidFill>
                <a:latin typeface="Space Grotesk"/>
                <a:ea typeface="Space Grotesk"/>
                <a:cs typeface="Space Grotesk"/>
              </a:rPr>
              <a:t>YÊU CẦU  →  CHỐT KỲ  →  BÁO CÁO</a:t>
            </a:r>
            <a:endParaRPr sz="1247"/>
          </a:p>
        </p:txBody>
      </p:sp>
      <p:sp>
        <p:nvSpPr>
          <p:cNvPr id="8" name="Shape 5">
            <a:extLst xmlns:a="http://schemas.openxmlformats.org/drawingml/2006/main">
              <a:ext uri="{FF2B5EF4-FFF2-40B4-BE49-F238E27FC236}">
                <a16:creationId xmlns:a16="http://schemas.microsoft.com/office/drawing/2014/main" id="{D69AF0B3-A41B-415C-A25A-F71B5CFB48CB}"/>
              </a:ext>
            </a:extLst>
          </p:cNvPr>
          <p:cNvSpPr>
            <a:spLocks xmlns:a="http://schemas.openxmlformats.org/drawingml/2006/main" noGrp="1"/>
          </p:cNvSpPr>
          <p:nvPr/>
        </p:nvSpPr>
        <p:spPr>
          <a:xfrm xmlns:a="http://schemas.openxmlformats.org/drawingml/2006/main">
            <a:off x="0" y="3238500"/>
            <a:ext cx="9144000" cy="1905000"/>
          </a:xfrm>
          <a:prstGeom xmlns:a="http://schemas.openxmlformats.org/drawingml/2006/main" prst="rect">
            <a:avLst/>
          </a:prstGeom>
          <a:solidFill xmlns:a="http://schemas.openxmlformats.org/drawingml/2006/main">
            <a:srgbClr val="0B2235"/>
          </a:solidFill>
        </p:spPr>
      </p:sp>
      <p:sp>
        <p:nvSpPr>
          <p:cNvPr id="9" name="Text 6">
            <a:extLst xmlns:a="http://schemas.openxmlformats.org/drawingml/2006/main">
              <a:ext uri="{FF2B5EF4-FFF2-40B4-BE49-F238E27FC236}">
                <a16:creationId xmlns:a16="http://schemas.microsoft.com/office/drawing/2014/main" id="{CD88EEB0-5BB7-480F-ADF9-62F06CD66A5A}"/>
              </a:ext>
            </a:extLst>
          </p:cNvPr>
          <p:cNvSpPr>
            <a:spLocks xmlns:a="http://schemas.openxmlformats.org/drawingml/2006/main" noGrp="1"/>
          </p:cNvSpPr>
          <p:nvPr/>
        </p:nvSpPr>
        <p:spPr>
          <a:xfrm xmlns:a="http://schemas.openxmlformats.org/drawingml/2006/main">
            <a:off x="523875" y="3571875"/>
            <a:ext cx="12382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00A67E">
                    <a:alpha val="99000"/>
                  </a:srgbClr>
                </a:solidFill>
                <a:latin typeface="Inter"/>
                <a:ea typeface="Inter"/>
                <a:cs typeface="Inter"/>
              </a:rPr>
              <a:t>DEMO 01</a:t>
            </a:r>
            <a:endParaRPr sz="819"/>
          </a:p>
        </p:txBody>
      </p:sp>
      <p:sp>
        <p:nvSpPr>
          <p:cNvPr id="10" name="Text 7">
            <a:extLst xmlns:a="http://schemas.openxmlformats.org/drawingml/2006/main">
              <a:ext uri="{FF2B5EF4-FFF2-40B4-BE49-F238E27FC236}">
                <a16:creationId xmlns:a16="http://schemas.microsoft.com/office/drawing/2014/main" id="{65CBCBD4-DC09-483D-B509-8F21608BACB8}"/>
              </a:ext>
            </a:extLst>
          </p:cNvPr>
          <p:cNvSpPr>
            <a:spLocks xmlns:a="http://schemas.openxmlformats.org/drawingml/2006/main" noGrp="1"/>
          </p:cNvSpPr>
          <p:nvPr/>
        </p:nvSpPr>
        <p:spPr>
          <a:xfrm xmlns:a="http://schemas.openxmlformats.org/drawingml/2006/main">
            <a:off x="523875" y="3810000"/>
            <a:ext cx="20478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9"/>
              </a:lnSpc>
              <a:buNone/>
            </a:pPr>
            <a:r>
              <a:rPr sz="1104">
                <a:solidFill>
                  <a:srgbClr val="FFFFFF">
                    <a:alpha val="99000"/>
                  </a:srgbClr>
                </a:solidFill>
                <a:latin typeface="Space Grotesk"/>
                <a:ea typeface="Space Grotesk"/>
                <a:cs typeface="Space Grotesk"/>
              </a:rPr>
              <a:t>Đặt hàng theo kỳ</a:t>
            </a:r>
            <a:endParaRPr sz="1104"/>
          </a:p>
        </p:txBody>
      </p:sp>
      <p:sp>
        <p:nvSpPr>
          <p:cNvPr id="11" name="Text 8">
            <a:extLst xmlns:a="http://schemas.openxmlformats.org/drawingml/2006/main">
              <a:ext uri="{FF2B5EF4-FFF2-40B4-BE49-F238E27FC236}">
                <a16:creationId xmlns:a16="http://schemas.microsoft.com/office/drawing/2014/main" id="{14F9A72A-7056-4AAD-8077-028BC5F8F427}"/>
              </a:ext>
            </a:extLst>
          </p:cNvPr>
          <p:cNvSpPr>
            <a:spLocks xmlns:a="http://schemas.openxmlformats.org/drawingml/2006/main" noGrp="1"/>
          </p:cNvSpPr>
          <p:nvPr/>
        </p:nvSpPr>
        <p:spPr>
          <a:xfrm xmlns:a="http://schemas.openxmlformats.org/drawingml/2006/main">
            <a:off x="3333750" y="3571875"/>
            <a:ext cx="12382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00A67E">
                    <a:alpha val="99000"/>
                  </a:srgbClr>
                </a:solidFill>
                <a:latin typeface="Inter"/>
                <a:ea typeface="Inter"/>
                <a:cs typeface="Inter"/>
              </a:rPr>
              <a:t>DEMO 02</a:t>
            </a:r>
            <a:endParaRPr sz="819"/>
          </a:p>
        </p:txBody>
      </p:sp>
      <p:sp>
        <p:nvSpPr>
          <p:cNvPr id="12" name="Text 9">
            <a:extLst xmlns:a="http://schemas.openxmlformats.org/drawingml/2006/main">
              <a:ext uri="{FF2B5EF4-FFF2-40B4-BE49-F238E27FC236}">
                <a16:creationId xmlns:a16="http://schemas.microsoft.com/office/drawing/2014/main" id="{7694DEF9-FBCA-4CC2-B1D1-48A42F3A9427}"/>
              </a:ext>
            </a:extLst>
          </p:cNvPr>
          <p:cNvSpPr>
            <a:spLocks xmlns:a="http://schemas.openxmlformats.org/drawingml/2006/main" noGrp="1"/>
          </p:cNvSpPr>
          <p:nvPr/>
        </p:nvSpPr>
        <p:spPr>
          <a:xfrm xmlns:a="http://schemas.openxmlformats.org/drawingml/2006/main">
            <a:off x="3333750" y="3810000"/>
            <a:ext cx="2286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9"/>
              </a:lnSpc>
              <a:buNone/>
            </a:pPr>
            <a:r>
              <a:rPr sz="1104">
                <a:solidFill>
                  <a:srgbClr val="FFFFFF">
                    <a:alpha val="99000"/>
                  </a:srgbClr>
                </a:solidFill>
                <a:latin typeface="Space Grotesk"/>
                <a:ea typeface="Space Grotesk"/>
                <a:cs typeface="Space Grotesk"/>
              </a:rPr>
              <a:t>Duyệt đơn bổ sung</a:t>
            </a:r>
            <a:endParaRPr sz="1104"/>
          </a:p>
        </p:txBody>
      </p:sp>
      <p:sp>
        <p:nvSpPr>
          <p:cNvPr id="13" name="Text 10">
            <a:extLst xmlns:a="http://schemas.openxmlformats.org/drawingml/2006/main">
              <a:ext uri="{FF2B5EF4-FFF2-40B4-BE49-F238E27FC236}">
                <a16:creationId xmlns:a16="http://schemas.microsoft.com/office/drawing/2014/main" id="{6C47A928-B44D-4FC7-8032-14412FFC9E0B}"/>
              </a:ext>
            </a:extLst>
          </p:cNvPr>
          <p:cNvSpPr>
            <a:spLocks xmlns:a="http://schemas.openxmlformats.org/drawingml/2006/main" noGrp="1"/>
          </p:cNvSpPr>
          <p:nvPr/>
        </p:nvSpPr>
        <p:spPr>
          <a:xfrm xmlns:a="http://schemas.openxmlformats.org/drawingml/2006/main">
            <a:off x="6286500" y="3571875"/>
            <a:ext cx="12382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00A67E">
                    <a:alpha val="99000"/>
                  </a:srgbClr>
                </a:solidFill>
                <a:latin typeface="Inter"/>
                <a:ea typeface="Inter"/>
                <a:cs typeface="Inter"/>
              </a:rPr>
              <a:t>DEMO 03</a:t>
            </a:r>
            <a:endParaRPr sz="819"/>
          </a:p>
        </p:txBody>
      </p:sp>
      <p:sp>
        <p:nvSpPr>
          <p:cNvPr id="14" name="Text 11">
            <a:extLst xmlns:a="http://schemas.openxmlformats.org/drawingml/2006/main">
              <a:ext uri="{FF2B5EF4-FFF2-40B4-BE49-F238E27FC236}">
                <a16:creationId xmlns:a16="http://schemas.microsoft.com/office/drawing/2014/main" id="{6D91A43B-2F65-4C7A-AFF7-A2F39B04395D}"/>
              </a:ext>
            </a:extLst>
          </p:cNvPr>
          <p:cNvSpPr>
            <a:spLocks xmlns:a="http://schemas.openxmlformats.org/drawingml/2006/main" noGrp="1"/>
          </p:cNvSpPr>
          <p:nvPr/>
        </p:nvSpPr>
        <p:spPr>
          <a:xfrm xmlns:a="http://schemas.openxmlformats.org/drawingml/2006/main">
            <a:off x="6286500" y="3810000"/>
            <a:ext cx="23812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9"/>
              </a:lnSpc>
              <a:buNone/>
            </a:pPr>
            <a:r>
              <a:rPr sz="1104">
                <a:solidFill>
                  <a:srgbClr val="FFFFFF">
                    <a:alpha val="99000"/>
                  </a:srgbClr>
                </a:solidFill>
                <a:latin typeface="Space Grotesk"/>
                <a:ea typeface="Space Grotesk"/>
                <a:cs typeface="Space Grotesk"/>
              </a:rPr>
              <a:t>Chốt kỳ và báo cáo</a:t>
            </a:r>
            <a:endParaRPr sz="1104"/>
          </a:p>
        </p:txBody>
      </p:sp>
      <p:sp>
        <p:nvSpPr>
          <p:cNvPr id="15" name="Text 12">
            <a:extLst xmlns:a="http://schemas.openxmlformats.org/drawingml/2006/main">
              <a:ext uri="{FF2B5EF4-FFF2-40B4-BE49-F238E27FC236}">
                <a16:creationId xmlns:a16="http://schemas.microsoft.com/office/drawing/2014/main" id="{3D86B895-A88F-42E6-A20F-EC76031545A9}"/>
              </a:ext>
            </a:extLst>
          </p:cNvPr>
          <p:cNvSpPr>
            <a:spLocks xmlns:a="http://schemas.openxmlformats.org/drawingml/2006/main" noGrp="1"/>
          </p:cNvSpPr>
          <p:nvPr/>
        </p:nvSpPr>
        <p:spPr>
          <a:xfrm xmlns:a="http://schemas.openxmlformats.org/drawingml/2006/main">
            <a:off x="523875" y="4595813"/>
            <a:ext cx="3095625"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pPr>
            <a:r>
              <a:rPr sz="819" b="1">
                <a:solidFill>
                  <a:srgbClr val="FFFFFF">
                    <a:alpha val="99000"/>
                  </a:srgbClr>
                </a:solidFill>
                <a:latin typeface="Inter"/>
                <a:ea typeface="Inter"/>
                <a:cs typeface="Inter"/>
              </a:rPr>
              <a:t>NGUYỄN AN NAM  ·  DH52201078</a:t>
            </a:r>
            <a:endParaRPr sz="819"/>
          </a:p>
        </p:txBody>
      </p:sp>
      <p:sp>
        <p:nvSpPr>
          <p:cNvPr id="16" name="Text 13">
            <a:extLst xmlns:a="http://schemas.openxmlformats.org/drawingml/2006/main">
              <a:ext uri="{FF2B5EF4-FFF2-40B4-BE49-F238E27FC236}">
                <a16:creationId xmlns:a16="http://schemas.microsoft.com/office/drawing/2014/main" id="{7CE1B6CB-89D9-4F5E-86E8-0D5169D61809}"/>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pPr>
            <a:r>
              <a:rPr sz="748" b="1">
                <a:solidFill>
                  <a:srgbClr val="FFFFFF">
                    <a:alpha val="99000"/>
                  </a:srgbClr>
                </a:solidFill>
                <a:latin typeface="Inter"/>
                <a:ea typeface="Inter"/>
                <a:cs typeface="Inter"/>
              </a:rPr>
              <a:t>15</a:t>
            </a:r>
            <a:endParaRPr sz="748"/>
          </a:p>
        </p:txBody>
      </p:sp>
      <p:sp>
        <p:nvSpPr>
          <p:cNvPr id="17" name="Shape 14">
            <a:extLst xmlns:a="http://schemas.openxmlformats.org/drawingml/2006/main">
              <a:ext uri="{FF2B5EF4-FFF2-40B4-BE49-F238E27FC236}">
                <a16:creationId xmlns:a16="http://schemas.microsoft.com/office/drawing/2014/main" id="{8D835643-0D5D-4E93-BB33-DEE684FA2F31}"/>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0A67E"/>
          </a:solidFill>
        </p:spPr>
      </p:sp>
    </p:spTree>
    <p:extLst>
      <p:ext uri="{BB962C8B-B14F-4D97-AF65-F5344CB8AC3E}">
        <p14:creationId xmlns:p14="http://schemas.microsoft.com/office/powerpoint/2010/main" val="144945594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2026-08-11T00:30:50.2480000Z</dcterms:created>
  <dcterms:modified xsi:type="dcterms:W3CDTF">2026-08-11T00:30:50.2480000Z</dcterms:modified>
</coreProperties>
</file>