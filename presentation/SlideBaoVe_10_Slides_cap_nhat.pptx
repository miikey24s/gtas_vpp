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fonts/font.dat" ContentType="application/x-fontdata"/>
  <Override PartName="/ppt/fonts/font2.dat" ContentType="application/x-fontdata"/>
  <Override PartName="/ppt/notesMasters/notesMaster1.xml" ContentType="application/vnd.openxmlformats-officedocument.presentationml.notesMaster+xml"/>
  <Override PartName="/ppt/notesMasters/theme/theme3.xml" ContentType="application/vnd.openxmlformats-officedocument.theme+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Masters/theme/theme2.xml" ContentType="application/vnd.openxmlformats-officedocument.theme+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2f70e7e5f6c046c1" Type="http://schemas.openxmlformats.org/officeDocument/2006/relationships/extended-properties" Target="docProps/app.xml"/><Relationship Id="R605760ac7d214283" Type="http://schemas.openxmlformats.org/package/2006/relationships/metadata/core-properties" Target="docProps/core.xml"/><Relationship Id="Red9ba27c245e4d48" Type="http://schemas.openxmlformats.org/officeDocument/2006/relationships/officeDocument" Target="ppt/presentation.xml"/></Relationships>
</file>

<file path=ppt/presentation.xml><?xml version="1.0" encoding="utf-8"?>
<p:presentation xmlns:p="http://schemas.openxmlformats.org/presentationml/2006/main" embedTrueTypeFonts="1" saveSubsetFonts="0">
  <p:sldMasterIdLst>
    <p:sldMasterId xmlns:r="http://schemas.openxmlformats.org/officeDocument/2006/relationships" id="2147483648" r:id="R3b170dcbe8d94a63"/>
  </p:sldMasterIdLst>
  <p:notesMasterIdLst>
    <p:notesMasterId xmlns:r="http://schemas.openxmlformats.org/officeDocument/2006/relationships" r:id="Ra10120bd99b84d3e"/>
  </p:notesMasterIdLst>
  <p:sldIdLst>
    <p:sldId xmlns:r="http://schemas.openxmlformats.org/officeDocument/2006/relationships" id="256" r:id="R33f10f533d564695"/>
    <p:sldId xmlns:r="http://schemas.openxmlformats.org/officeDocument/2006/relationships" id="257" r:id="Rd17550152e944272"/>
    <p:sldId xmlns:r="http://schemas.openxmlformats.org/officeDocument/2006/relationships" id="261" r:id="Re338352bbe74445e"/>
    <p:sldId xmlns:r="http://schemas.openxmlformats.org/officeDocument/2006/relationships" id="258" r:id="R3ad2a2077d944c2a"/>
    <p:sldId xmlns:r="http://schemas.openxmlformats.org/officeDocument/2006/relationships" id="259" r:id="Ra4f7e383db19484a"/>
    <p:sldId xmlns:r="http://schemas.openxmlformats.org/officeDocument/2006/relationships" id="260" r:id="Ra8119e06205e49e1"/>
    <p:sldId xmlns:r="http://schemas.openxmlformats.org/officeDocument/2006/relationships" id="262" r:id="R544c418936484da9"/>
    <p:sldId xmlns:r="http://schemas.openxmlformats.org/officeDocument/2006/relationships" id="263" r:id="R543d4e0fc78145bf"/>
    <p:sldId xmlns:r="http://schemas.openxmlformats.org/officeDocument/2006/relationships" id="264" r:id="R02bf42918cb6478d"/>
    <p:sldId xmlns:r="http://schemas.openxmlformats.org/officeDocument/2006/relationships" id="265" r:id="R210ff72ecc474bf2"/>
    <p:sldId xmlns:ns0="http://schemas.openxmlformats.org/officeDocument/2006/relationships" id="266" ns0:id="rId19"/>
  </p:sldIdLst>
  <p:sldSz cx="9144000" cy="5143500"/>
  <p:notesSz cx="6858000" cy="9144000"/>
  <p:embeddedFontLst>
    <p:embeddedFont>
      <p:font typeface="Inter"/>
      <p:regular xmlns:r="http://schemas.openxmlformats.org/officeDocument/2006/relationships" r:id="Rbf4cf4c2c9704d90"/>
    </p:embeddedFont>
    <p:embeddedFont>
      <p:font typeface="Space Grotesk"/>
      <p:regular xmlns:r="http://schemas.openxmlformats.org/officeDocument/2006/relationships" r:id="R4ba7f1df1ffc44f8"/>
    </p:embeddedFont>
  </p:embeddedFontLst>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xml version='1.0' encoding='UTF-8' standalone='yes'?>
<Relationships xmlns="http://schemas.openxmlformats.org/package/2006/relationships"><Relationship Id="R02bf42918cb6478d" Type="http://schemas.openxmlformats.org/officeDocument/2006/relationships/slide" Target="slides/slide9.xml"/><Relationship Id="R1a7d0b47d0df4f5e" Type="http://schemas.openxmlformats.org/officeDocument/2006/relationships/tableStyles" Target="tableStyles.xml"/><Relationship Id="R210ff72ecc474bf2" Type="http://schemas.openxmlformats.org/officeDocument/2006/relationships/slide" Target="slides/slide10.xml"/><Relationship Id="R33f10f533d564695" Type="http://schemas.openxmlformats.org/officeDocument/2006/relationships/slide" Target="slides/slide1.xml"/><Relationship Id="R3ad2a2077d944c2a" Type="http://schemas.openxmlformats.org/officeDocument/2006/relationships/slide" Target="slides/slide4.xml"/><Relationship Id="R3b170dcbe8d94a63" Type="http://schemas.openxmlformats.org/officeDocument/2006/relationships/slideMaster" Target="slideMasters/slideMaster1.xml"/><Relationship Id="R4ba7f1df1ffc44f8" Type="http://schemas.openxmlformats.org/officeDocument/2006/relationships/font" Target="fonts/font2.dat"/><Relationship Id="R543d4e0fc78145bf" Type="http://schemas.openxmlformats.org/officeDocument/2006/relationships/slide" Target="slides/slide8.xml"/><Relationship Id="R544c418936484da9" Type="http://schemas.openxmlformats.org/officeDocument/2006/relationships/slide" Target="slides/slide7.xml"/><Relationship Id="R5d184956680c418e" Type="http://schemas.openxmlformats.org/officeDocument/2006/relationships/theme" Target="theme/theme1.xml"/><Relationship Id="R66e54b99050643d2" Type="http://schemas.openxmlformats.org/officeDocument/2006/relationships/presProps" Target="presProps.xml"/><Relationship Id="Ra10120bd99b84d3e" Type="http://schemas.openxmlformats.org/officeDocument/2006/relationships/notesMaster" Target="notesMasters/notesMaster1.xml"/><Relationship Id="Ra4f7e383db19484a" Type="http://schemas.openxmlformats.org/officeDocument/2006/relationships/slide" Target="slides/slide5.xml"/><Relationship Id="Ra8119e06205e49e1" Type="http://schemas.openxmlformats.org/officeDocument/2006/relationships/slide" Target="slides/slide6.xml"/><Relationship Id="Rbf4cf4c2c9704d90" Type="http://schemas.openxmlformats.org/officeDocument/2006/relationships/font" Target="fonts/font.dat"/><Relationship Id="Rd17550152e944272" Type="http://schemas.openxmlformats.org/officeDocument/2006/relationships/slide" Target="slides/slide2.xml"/><Relationship Id="Re338352bbe74445e" Type="http://schemas.openxmlformats.org/officeDocument/2006/relationships/slide" Target="slides/slide3.xml"/><Relationship Id="Rff0f1ec18e344e9b" Type="http://schemas.openxmlformats.org/officeDocument/2006/relationships/viewProps" Target="viewProps.xml"/><Relationship Id="rId19"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7244820e7b3d41ad" Type="http://schemas.openxmlformats.org/officeDocument/2006/relationships/theme" Target="theme/theme3.xml"/></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Id="R7f0520465e5e42eb" Type="http://schemas.openxmlformats.org/officeDocument/2006/relationships/slide" Target="../slides/slide1.xml"/><Relationship Id="Ra5c6f769f8a64e2f"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36ebbe99b86542f2" Type="http://schemas.openxmlformats.org/officeDocument/2006/relationships/notesMaster" Target="../notesMasters/notesMaster1.xml"/><Relationship Id="R9fea965dcc1147bc"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2412632fd70c4aff" Type="http://schemas.openxmlformats.org/officeDocument/2006/relationships/notesMaster" Target="../notesMasters/notesMaster1.xml"/><Relationship Id="R8b92186c17334f04"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451b0244dc3f4eca" Type="http://schemas.openxmlformats.org/officeDocument/2006/relationships/notesMaster" Target="../notesMasters/notesMaster1.xml"/><Relationship Id="Ra9b61a8057cc49b4"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5d9bbd6af0fe4738" Type="http://schemas.openxmlformats.org/officeDocument/2006/relationships/notesMaster" Target="../notesMasters/notesMaster1.xml"/><Relationship Id="Rd859327253254060"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91e163dd57f84648" Type="http://schemas.openxmlformats.org/officeDocument/2006/relationships/slide" Target="../slides/slide3.xml"/><Relationship Id="Ree51fa697da842be"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0b78fdec54e7495b" Type="http://schemas.openxmlformats.org/officeDocument/2006/relationships/notesMaster" Target="../notesMasters/notesMaster1.xml"/><Relationship Id="Reb17915b721f4a7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4b07fabe86d34c47" Type="http://schemas.openxmlformats.org/officeDocument/2006/relationships/slide" Target="../slides/slide8.xml"/><Relationship Id="Rd55b1e3380f140b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005987ea7df747fd" Type="http://schemas.openxmlformats.org/officeDocument/2006/relationships/notesMaster" Target="../notesMasters/notesMaster1.xml"/><Relationship Id="Rc290becf0a1d455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8237a70aafb749db" Type="http://schemas.openxmlformats.org/officeDocument/2006/relationships/slide" Target="../slides/slide10.xml"/><Relationship Id="R95f2c3c543564653"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Mở đầu báo cáo: Kính thưa Quý Thầy Cô trong Hội đồng chấm khóa luận tốt nghiệp và toàn thể Quý vị, em tên là Nguyễn An Nam, sinh viên lớp Công nghệ Thông tin khóa 2022.</a:t>
            </a:r>
          </a:p>
          <a:p xmlns:a="http://schemas.openxmlformats.org/drawingml/2006/main">
            <a:r>
              <a:t>Hôm nay, em xin phép được báo cáo đề tài Khóa luận tốt nghiệp: 'Hệ thống Quản lý Đặt hàng Văn phòng phẩm Tập trung (GTAS VPP)'.</a:t>
            </a:r>
          </a:p>
          <a:p xmlns:a="http://schemas.openxmlformats.org/drawingml/2006/main">
            <a:r>
              <a:t>Mục tiêu đề tài: Xây dựng một nền tảng web hiện đại, giải quyết triệt để bài toán nhập liệu rời rạc, sai lệch số liệu và quá tải khâu tổng hợp văn phòng phẩm tại các doanh nghiệp có quy mô nhiều phòng ban.</a:t>
            </a:r>
          </a:p>
          <a:p xmlns:a="http://schemas.openxmlformats.org/drawingml/2006/main">
            <a:r>
              <a:t>Chuyển ý: Để bắt đầu bài báo cáo, em xin trình bày về bối cảnh thực tế và lý do chọn đề tài ở Slide 02.</a:t>
            </a:r>
          </a:p>
          <a:p xmlns:a="http://schemas.openxmlformats.org/drawingml/2006/main"/>
          <a:p xmlns:a="http://schemas.openxmlformats.org/drawingml/2006/main">
            <a:r>
              <a:t>[Sources]</a:t>
            </a:r>
          </a:p>
          <a:p xmlns:a="http://schemas.openxmlformats.org/drawingml/2006/main">
            <a:r>
              <a:t>- LVTN/NguyenAnNam_DH52201078.docx</a:t>
            </a:r>
          </a:p>
          <a:p xmlns:a="http://schemas.openxmlformats.org/drawingml/2006/main">
            <a:r>
              <a:t>- 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Mở đầu thực trạng: Ở phương thức làm việc truyền thống, mỗi phòng ban sử dụng một file Excel riêng để đăng ký văn phòng phẩm hằng tháng, dẫn đến 3 bất cập lớn:</a:t>
            </a:r>
          </a:p>
          <a:p xmlns:a="http://schemas.openxmlformats.org/drawingml/2006/main">
            <a:r>
              <a:t>1. Nhập liệu phân tán, dễ gõ đè, sai tên mặt hàng và lệch đơn vị tính.</a:t>
            </a:r>
          </a:p>
          <a:p xmlns:a="http://schemas.openxmlformats.org/drawingml/2006/main">
            <a:r>
              <a:t>2. Đến hạn tổng hợp ngày 05 hằng tháng, Kế toán mất 2-3 ngày để gom file thủ công từ hàng chục phòng ban.</a:t>
            </a:r>
          </a:p>
          <a:p xmlns:a="http://schemas.openxmlformats.org/drawingml/2006/main">
            <a:r>
              <a:t>3. Khi liên kết nhiều bảng tính, công thức rất dễ phát sinh lỗi #REF!, dẫn đến tính sai đơn giá và tổng chi phí.</a:t>
            </a:r>
          </a:p>
          <a:p xmlns:a="http://schemas.openxmlformats.org/drawingml/2006/main">
            <a:r>
              <a:t>Giải pháp của GTAS VPP: Xây dựng hệ thống web tập trung để chuẩn hóa danh mục, tự động hóa toàn bộ quy trình đặt hàng và tổng hợp tức thì.</a:t>
            </a:r>
          </a:p>
          <a:p xmlns:a="http://schemas.openxmlformats.org/drawingml/2006/main">
            <a:r>
              <a:t>Chuyển ý: Để hiện thực hóa các mục tiêu trên, hệ thống được xây dựng trên nền tảng kiến trúc và luồng vận hành như thế nào, em xin chuyển sang Slide 03.</a:t>
            </a:r>
          </a:p>
          <a:p xmlns:a="http://schemas.openxmlformats.org/drawingml/2006/main"/>
          <a:p xmlns:a="http://schemas.openxmlformats.org/drawingml/2006/main">
            <a:r>
              <a:t>[Sources]</a:t>
            </a:r>
          </a:p>
          <a:p xmlns:a="http://schemas.openxmlformats.org/drawingml/2006/main">
            <a:r>
              <a:t>- LVTN/data/DANG KY VPP - CAC DON VI.xlsx (sheet GiamDinh &amp; sheet Danh mục)</a:t>
            </a:r>
          </a:p>
          <a:p xmlns:a="http://schemas.openxmlformats.org/drawingml/2006/main">
            <a:r>
              <a:t>- Word Chương 1 mục 1.1 và 1.2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Mở đầu cách tạo kỳ: Bắt đầu chu trình đặt hàng, hệ thống hỗ trợ 2 cơ chế tạo kỳ linh hoạt:</a:t>
            </a:r>
          </a:p>
          <a:p xmlns:a="http://schemas.openxmlformats.org/drawingml/2006/main">
            <a:r>
              <a:t>1. Kỳ tự động: Hệ thống tự động kích hoạt mở kỳ vào ngày 05 hằng tháng để nhân viên nộp đơn và tự động đóng nhận đơn khi đến hạn chót (Submission Deadline).</a:t>
            </a:r>
          </a:p>
          <a:p xmlns:a="http://schemas.openxmlformats.org/drawingml/2006/main">
            <a:r>
              <a:t>2. Kỳ thủ công: Quản lý chủ động thiết lập lịch mở/đóng kỳ tùy chỉnh cho các tháng tương lai, hệ thống tự động khóa chặn chống tạo trùng lặp 2 kỳ trong cùng 1 tháng.</a:t>
            </a:r>
          </a:p>
          <a:p xmlns:a="http://schemas.openxmlformats.org/drawingml/2006/main">
            <a:r>
              <a:t>Chuyển ý: Khi kỳ đặt hàng được kích hoạt, nhân viên sẽ thao tác đặt hàng trên giao diện như thế nào, em xin chuyển sang Slide 05.</a:t>
            </a:r>
          </a:p>
          <a:p xmlns:a="http://schemas.openxmlformats.org/drawingml/2006/main"/>
          <a:p xmlns:a="http://schemas.openxmlformats.org/drawingml/2006/main">
            <a:r>
              <a:t>[Sources]</a:t>
            </a:r>
          </a:p>
          <a:p xmlns:a="http://schemas.openxmlformats.org/drawingml/2006/main">
            <a:r>
              <a:t>- src/Backend/Application/Services/Settlement/VppPeriodService.cs</a:t>
            </a:r>
          </a:p>
          <a:p xmlns:a="http://schemas.openxmlformats.org/drawingml/2006/main">
            <a:r>
              <a:t>- Word Chương 2 mục 2.2 và Chương 3 mục 3.3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Mở đầu giao diện đặt hàng: Khi kỳ đặt hàng đang mở, nhân viên truy cập hệ thống với quy trình đặt hàng 2 bước nhanh chóng:</a:t>
            </a:r>
          </a:p>
          <a:p xmlns:a="http://schemas.openxmlformats.org/drawingml/2006/main">
            <a:r>
              <a:t>1. Danh mục chuẩn hóa: 547 mặt hàng được chuẩn hóa sẵn tên, mã và đơn vị tính, ngăn chặn hoàn toàn việc gõ sai tên hay lệch mã.</a:t>
            </a:r>
          </a:p>
          <a:p xmlns:a="http://schemas.openxmlformats.org/drawingml/2006/main">
            <a:r>
              <a:t>2. Giỏ hàng &amp; Kiểm tra: Dễ dàng tìm kiếm, chọn số lượng, thêm ghi chú cho từng dòng hàng. Hệ thống tự động tính tổng tiền dự kiến và thuế VAT.</a:t>
            </a:r>
          </a:p>
          <a:p xmlns:a="http://schemas.openxmlformats.org/drawingml/2006/main">
            <a:r>
              <a:t>3. Gửi đơn hợp lệ: Nhân viên chỉ cần 2 bước để nộp đơn về kỳ hiện hành và theo dõi trạng thái đơn hàng.</a:t>
            </a:r>
          </a:p>
          <a:p xmlns:a="http://schemas.openxmlformats.org/drawingml/2006/main">
            <a:r>
              <a:t>Chuyển ý: Sau khi các phòng ban gửi đơn xong, khâu quan trọng nhất là Tổng hợp và Chốt kỳ được hệ thống xử lý ra sao, em xin trình bày ở Slide 06.</a:t>
            </a:r>
          </a:p>
          <a:p xmlns:a="http://schemas.openxmlformats.org/drawingml/2006/main"/>
          <a:p xmlns:a="http://schemas.openxmlformats.org/drawingml/2006/main">
            <a:r>
              <a:t>[Sources]</a:t>
            </a:r>
          </a:p>
          <a:p xmlns:a="http://schemas.openxmlformats.org/drawingml/2006/main">
            <a:r>
              <a:t>- src/Frontend/Blazor/Components/Pages/VPPRequest</a:t>
            </a:r>
          </a:p>
          <a:p xmlns:a="http://schemas.openxmlformats.org/drawingml/2006/main">
            <a:r>
              <a:t>- Word Chương 2 mục 2.3 và Chương 3 mục 3.3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Mở đầu tổng hợp &amp; chốt kỳ: Sau khi các phòng ban gửi đơn, quản lý vào màn hình Chốt kỳ để hệ thống tự động xử lý toàn bộ:</a:t>
            </a:r>
          </a:p>
          <a:p xmlns:a="http://schemas.openxmlformats.org/drawingml/2006/main">
            <a:r>
              <a:t>1. Đa chiều tổng hợp: Xem dữ liệu linh hoạt theo từng phòng ban (43 phòng ban), theo người đặt hoặc theo mặt hàng.</a:t>
            </a:r>
          </a:p>
          <a:p xmlns:a="http://schemas.openxmlformats.org/drawingml/2006/main">
            <a:r>
              <a:t>2. Áp dụng bảng giá nhà cung cấp: Hệ thống tự động so khớp bảng giá được chỉ định để tính chính xác thành tiền trước VAT và thuế VAT.</a:t>
            </a:r>
          </a:p>
          <a:p xmlns:a="http://schemas.openxmlformats.org/drawingml/2006/main">
            <a:r>
              <a:t>3. Chốt kỳ &amp; Xuất báo cáo: Tổng hợp 838 dòng hàng, 7.463 mặt hàng với tổng chi phí 129.206.037 VNĐ, hỗ trợ xuất file báo cáo PDF và Excel chuẩn hóa để trình Ban Giám đốc chỉ trong 1 cú nhấp chuột.</a:t>
            </a:r>
          </a:p>
          <a:p xmlns:a="http://schemas.openxmlformats.org/drawingml/2006/main">
            <a:r>
              <a:t>Chuyển ý: Để vận hành trơn tru toàn bộ quy trình trên, mô hình cơ sở dữ liệu bên dưới được thiết kế như thế nào, em xin chuyển sang Slide 07.</a:t>
            </a:r>
          </a:p>
          <a:p xmlns:a="http://schemas.openxmlformats.org/drawingml/2006/main"/>
          <a:p xmlns:a="http://schemas.openxmlformats.org/drawingml/2006/main">
            <a:r>
              <a:t>[Sources]</a:t>
            </a:r>
          </a:p>
          <a:p xmlns:a="http://schemas.openxmlformats.org/drawingml/2006/main">
            <a:r>
              <a:t>- src/Backend/Domain/VPP/Settlement.cs</a:t>
            </a:r>
          </a:p>
          <a:p xmlns:a="http://schemas.openxmlformats.org/drawingml/2006/main">
            <a:r>
              <a:t>- src/Backend/Application/Services/Settlement</a:t>
            </a:r>
          </a:p>
          <a:p xmlns:a="http://schemas.openxmlformats.org/drawingml/2006/main">
            <a:r>
              <a:t>- Word Chương 2 mục 2.4 và Chương 3 mục 3.4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Mở đầu kiến trúc &amp; vận hành: Để giải quyết bài toán dữ liệu phân tán, GTAS VPP được thiết kế theo mô hình 5 tầng phân nhiệm rõ ràng:</a:t>
            </a:r>
          </a:p>
          <a:p xmlns:a="http://schemas.openxmlformats.org/drawingml/2006/main">
            <a:r>
              <a:t>1. Trình duyệt &amp; Blazor UI: Giao diện Blazor Web App tương tác mượt mà, phản hồi thời gian thực.</a:t>
            </a:r>
          </a:p>
          <a:p xmlns:a="http://schemas.openxmlformats.org/drawingml/2006/main">
            <a:r>
              <a:t>2. Web API &amp; Application: Tầng backend ASP.NET Core độc lập, chịu trách nhiệm xử lý logic nghiệp vụ và bảo mật.</a:t>
            </a:r>
          </a:p>
          <a:p xmlns:a="http://schemas.openxmlformats.org/drawingml/2006/main">
            <a:r>
              <a:t>3. SQL Server &amp; EF Core: Quản lý cơ sở dữ liệu quan hệ, đảm bảo toàn vẹn và tối ưu hóa truy vấn.</a:t>
            </a:r>
          </a:p>
          <a:p xmlns:a="http://schemas.openxmlformats.org/drawingml/2006/main">
            <a:r>
              <a:t>4. Ba nguyên tắc an toàn cốt lõi:</a:t>
            </a:r>
          </a:p>
          <a:p xmlns:a="http://schemas.openxmlformats.org/drawingml/2006/main">
            <a:r>
              <a:t>   - Phân quyền theo vai trò (RBAC): Tách biệt rõ quyền hạn giữa Nhân viên và Quản lý.</a:t>
            </a:r>
          </a:p>
          <a:p xmlns:a="http://schemas.openxmlformats.org/drawingml/2006/main">
            <a:r>
              <a:t>   - Toàn vẹn dữ liệu: Tự động áp bảng giá, tính thuế VAT và lưu vết lịch sử mọi thay đổi.</a:t>
            </a:r>
          </a:p>
          <a:p xmlns:a="http://schemas.openxmlformats.org/drawingml/2006/main">
            <a:r>
              <a:t>   - Vận hành ổn định: Cơ chế khóa kỳ và lưu snapshot số liệu cố định khi chốt kỳ.</a:t>
            </a:r>
          </a:p>
          <a:p xmlns:a="http://schemas.openxmlformats.org/drawingml/2006/main">
            <a:r>
              <a:t>Chuyển ý: Sau đây, em xin đi vào chi tiết luồng nghiệp vụ thực tế, bắt đầu từ quy trình Tạo kỳ đặt hàng ở Slide 04.</a:t>
            </a:r>
          </a:p>
          <a:p xmlns:a="http://schemas.openxmlformats.org/drawingml/2006/main"/>
          <a:p xmlns:a="http://schemas.openxmlformats.org/drawingml/2006/main">
            <a:r>
              <a:t>[Sources]</a:t>
            </a:r>
          </a:p>
          <a:p xmlns:a="http://schemas.openxmlformats.org/drawingml/2006/main">
            <a:r>
              <a:t>- docs/architecture/ARCH-001-MODULE-MAP.md</a:t>
            </a:r>
          </a:p>
          <a:p xmlns:a="http://schemas.openxmlformats.org/drawingml/2006/main">
            <a:r>
              <a:t>- src/Backend</a:t>
            </a:r>
          </a:p>
          <a:p xmlns:a="http://schemas.openxmlformats.org/drawingml/2006/main">
            <a:r>
              <a:t>- src/Frontend/Blazor</a:t>
            </a:r>
          </a:p>
          <a:p xmlns:a="http://schemas.openxmlformats.org/drawingml/2006/main">
            <a:r>
              <a:t>- Word Chương 3 mục 3.1 và 3.2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Mở đầu mô hình dữ liệu: Hệ thống được thiết kế theo sơ đồ thực thể – liên kết (ERD) chuẩn hóa, sử dụng ký hiệu bản số 0..N (chân quạ vòng tròn), 1..N (chân quạ vạch đơn) và 1..1 (hai vạch song song) tương ứng chính xác với CSDL:</a:t>
            </a:r>
          </a:p>
          <a:p xmlns:a="http://schemas.openxmlformats.org/drawingml/2006/main">
            <a:r>
              <a:t>1. Phân hệ Đặt hàng theo kỳ (Hàng trên): 1 Kỳ đặt hàng mở nhận 0..N Đơn đặt hàng, mỗi Đơn có 1..N Chi tiết đơn gắn với 1..1 Mặt hàng.</a:t>
            </a:r>
          </a:p>
          <a:p xmlns:a="http://schemas.openxmlformats.org/drawingml/2006/main">
            <a:r>
              <a:t>2. Cụm Danh mục &amp; Định giá (Hàng giữa &amp; bên phải): Danh mục phân loại 0..N Mặt hàng, Đơn vị tính áp dụng cho 0..N Mặt hàng. Nhà cung cấp có 0..N Bảng giá, mỗi Bảng giá có 1..N Chi tiết giá quy định đơn giá từng Mặt hàng.</a:t>
            </a:r>
          </a:p>
          <a:p xmlns:a="http://schemas.openxmlformats.org/drawingml/2006/main">
            <a:r>
              <a:t>3. Phân hệ Tổng hợp &amp; Chốt kỳ (Hàng dưới): Cuối kỳ, Kỳ đặt hàng chốt tạo ra 0..N Bản chốt kỳ, mỗi Bản chốt có 1..N Chi tiết chốt để lưu vết snapshot số liệu vĩnh viễn.</a:t>
            </a:r>
          </a:p>
          <a:p xmlns:a="http://schemas.openxmlformats.org/drawingml/2006/main">
            <a:r>
              <a:t>Chuyển ý: Từ thiết kế kiến trúc và CSDL hoàn chỉnh, em xin tổng kết kết quả đạt được và định hướng phát triển ở Slide 08.</a:t>
            </a:r>
          </a:p>
          <a:p xmlns:a="http://schemas.openxmlformats.org/drawingml/2006/main"/>
          <a:p xmlns:a="http://schemas.openxmlformats.org/drawingml/2006/main">
            <a:r>
              <a:t>[Sources]</a:t>
            </a:r>
          </a:p>
          <a:p xmlns:a="http://schemas.openxmlformats.org/drawingml/2006/main">
            <a:r>
              <a:t>- src/Backend/Application/Helpers/Context/VPPContext.cs</a:t>
            </a:r>
          </a:p>
          <a:p xmlns:a="http://schemas.openxmlformats.org/drawingml/2006/main">
            <a:r>
              <a:t>- src/Backend/Domain/VPP</a:t>
            </a:r>
          </a:p>
          <a:p xmlns:a="http://schemas.openxmlformats.org/drawingml/2006/main">
            <a:r>
              <a:t>- Word Chương 3 mục 3.2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Mở đầu kết quả: Kính thưa Thầy Cô, sau quá trình phân tích, thiết kế và triển khai, hệ thống GTAS VPP đã giải quyết triệt để các tồn đọng của phương thức làm việc truyền thống:</a:t>
            </a:r>
          </a:p>
          <a:p xmlns:a="http://schemas.openxmlformats.org/drawingml/2006/main">
            <a:r>
              <a:t>1. So sánh Trước vs Sau:</a:t>
            </a:r>
          </a:p>
          <a:p xmlns:a="http://schemas.openxmlformats.org/drawingml/2006/main">
            <a:r>
              <a:t>   - Trước đây (bên trái): Các phòng ban dùng biểu mẫu Excel gửi rời rạc qua Email/Zalo. Dữ liệu dễ thất lạc, công thức dễ lỗi #REF! và Kế toán mất 2–3 ngày cuối tháng để tổng hợp thủ công.</a:t>
            </a:r>
          </a:p>
          <a:p xmlns:a="http://schemas.openxmlformats.org/drawingml/2006/main">
            <a:r>
              <a:t>   - Hiện tại (bên phải): Hệ thống GTAS VPP quản lý tập trung toàn diện. Người dùng đặt hàng trực quan theo đúng kỳ, tự động áp bảng giá và tính thuế, kiểm soát duyệt đơn bổ sung và tổng hợp chốt kỳ tức thì chỉ với 1 cú click chuột.</a:t>
            </a:r>
          </a:p>
          <a:p xmlns:a="http://schemas.openxmlformats.org/drawingml/2006/main">
            <a:r>
              <a:t>2. Hướng phát triển tiếp theo:</a:t>
            </a:r>
          </a:p>
          <a:p xmlns:a="http://schemas.openxmlformats.org/drawingml/2006/main">
            <a:r>
              <a:t>   - Thứ nhất: Hoàn thiện quy trình Mua hàng (Purchase Order - PO) và quản lý hợp đồng chi tiết với nhà cung cấp.</a:t>
            </a:r>
          </a:p>
          <a:p xmlns:a="http://schemas.openxmlformats.org/drawingml/2006/main">
            <a:r>
              <a:t>   - Thứ hai: Tự động so sánh báo giá giữa nhiều nhà cung cấp để tối ưu hóa chi phí mua sắm.</a:t>
            </a:r>
          </a:p>
          <a:p xmlns:a="http://schemas.openxmlformats.org/drawingml/2006/main">
            <a:r>
              <a:t>   - Thứ ba: Mở rộng phân hệ Quản lý Kho và Phân bổ vật tư về từng phòng ban sau khi nhận hàng.</a:t>
            </a:r>
          </a:p>
          <a:p xmlns:a="http://schemas.openxmlformats.org/drawingml/2006/main">
            <a:r>
              <a:t>Chuyển ý: Để Thầy Cô có cái nhìn trực quan và sinh động nhất về hoạt động thực tế của hệ thống, em xin phép chuyển sang Slide 09 để tiến hành Demo.</a:t>
            </a:r>
          </a:p>
          <a:p xmlns:a="http://schemas.openxmlformats.org/drawingml/2006/main"/>
          <a:p xmlns:a="http://schemas.openxmlformats.org/drawingml/2006/main">
            <a:r>
              <a:t>[Sources]</a:t>
            </a:r>
          </a:p>
          <a:p xmlns:a="http://schemas.openxmlformats.org/drawingml/2006/main">
            <a:r>
              <a:t>- Word Chương 4 &amp; Chương 5 (Kết luận &amp; Hướng phát triển)</a:t>
            </a:r>
          </a:p>
          <a:p xmlns:a="http://schemas.openxmlformats.org/drawingml/2006/main">
            <a:r>
              <a:t>- src/Frontend/Blazor (Dashboard &amp; Settlement UI)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Mở đầu Demo: Kính thưa Quý Thầy Cô, sau đây em xin phép tiến hành Demo trực tiếp trên hệ thống qua 3 quy trình chính:</a:t>
            </a:r>
          </a:p>
          <a:p xmlns:a="http://schemas.openxmlformats.org/drawingml/2006/main">
            <a:r>
              <a:t>1. Quy trình 01 - Đặt hàng theo kỳ (Vai trò Nhân viên): Đăng nhập, mở kỳ tháng, chọn mặt hàng từ danh mục, kiểm tra đơn giá tự động và gửi đơn phòng ban.</a:t>
            </a:r>
          </a:p>
          <a:p xmlns:a="http://schemas.openxmlformats.org/drawingml/2006/main">
            <a:r>
              <a:t>2. Quy trình 02 - Xử lý đơn bổ sung (Vai trò Quản lý): Phòng ban tạo đơn phát sinh ngoài kỳ, Quản lý kiểm tra lý do và thực hiện duyệt đơn.</a:t>
            </a:r>
          </a:p>
          <a:p xmlns:a="http://schemas.openxmlformats.org/drawingml/2006/main">
            <a:r>
              <a:t>3. Quy trình 03 - Tổng hợp &amp; Chốt kỳ (Vai trò Quản lý): Xem tổng hợp đơn toàn công ty, chọn bảng giá NCC, bấm chốt kỳ khóa số liệu và xuất file PDF/Excel.</a:t>
            </a:r>
          </a:p>
          <a:p xmlns:a="http://schemas.openxmlformats.org/drawingml/2006/main">
            <a:r>
              <a:t>Chuyển ý: Em xin phép chuyển sang màn hình trình duyệt để bắt đầu Demo Quy trình 01.</a:t>
            </a:r>
          </a:p>
          <a:p xmlns:a="http://schemas.openxmlformats.org/drawingml/2006/main"/>
          <a:p xmlns:a="http://schemas.openxmlformats.org/drawingml/2006/main">
            <a:r>
              <a:t>[Sources]</a:t>
            </a:r>
          </a:p>
          <a:p xmlns:a="http://schemas.openxmlformats.org/drawingml/2006/main">
            <a:r>
              <a:t>- src/Frontend/Blazor</a:t>
            </a:r>
          </a:p>
          <a:p xmlns:a="http://schemas.openxmlformats.org/drawingml/2006/main">
            <a:r>
              <a:t>- scripts/demo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Vai trò Phụ lục: Slide này phục vụ giải trình chi tiết khi Thầy Cô trong Hội đồng đặt câu hỏi về phân rã chức năng và phân quyền người dùng trong hệ thống:</a:t>
            </a:r>
          </a:p>
          <a:p xmlns:a="http://schemas.openxmlformats.org/drawingml/2006/main">
            <a:r>
              <a:t>1. Phân hệ Quản lý Đặt hàng: Đặt hàng theo kỳ, theo dõi lịch sử, tra cứu danh mục mặt hàng.</a:t>
            </a:r>
          </a:p>
          <a:p xmlns:a="http://schemas.openxmlformats.org/drawingml/2006/main">
            <a:r>
              <a:t>2. Phân hệ Duyệt &amp; Vận hành: Duyệt đơn bổ sung phát sinh, cấu hình lịch kỳ đặt hàng, tổng hợp và chốt kỳ.</a:t>
            </a:r>
          </a:p>
          <a:p xmlns:a="http://schemas.openxmlformats.org/drawingml/2006/main">
            <a:r>
              <a:t>3. Phân hệ Quản trị Dữ liệu: Quản lý danh mục, đơn vị tính, nhà cung cấp, bảng giá và phân quyền người dùng (RBAC).</a:t>
            </a:r>
          </a:p>
          <a:p xmlns:a="http://schemas.openxmlformats.org/drawingml/2006/main"/>
          <a:p xmlns:a="http://schemas.openxmlformats.org/drawingml/2006/main">
            <a:r>
              <a:t>[Sources]</a:t>
            </a:r>
          </a:p>
          <a:p xmlns:a="http://schemas.openxmlformats.org/drawingml/2006/main">
            <a:r>
              <a:t>- LVTN/NguyenAnNam_DH52201078.docx, hình sơ đồ chức năng</a:t>
            </a:r>
          </a:p>
          <a:p xmlns:a="http://schemas.openxmlformats.org/drawingml/2006/main">
            <a:r>
              <a:t>- LVTN/diagrams/ch02/functional-decomposition-layout.py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Bế mạc báo cáo: Kính thưa Quý Thầy Cô trong Hội đồng, trên đây là toàn bộ phần trình bày về Khóa luận tốt nghiệp của em.</a:t>
            </a:r>
          </a:p>
          <a:p>
            <a:r>
              <a:t>Em xin chân thành cảm ơn Quý Thầy Cô đã dành thời gian quý báu theo dõi và lắng nghe bài báo cáo.</a:t>
            </a:r>
          </a:p>
          <a:p>
            <a:r>
              <a:t>Em rất mong nhận được những nhận xét, đánh giá và góp ý từ Thầy Cô để đề tài được hoàn thiện hơn nữa.</a:t>
            </a:r>
          </a:p>
          <a:p>
            <a:r>
              <a:t>Em xin phép được bắt đầu phiên hỏi đáp và trả lời các câu hỏi từ Hội đồng ạ!</a:t>
            </a:r>
          </a:p>
          <a:p/>
          <a:p>
            <a:r>
              <a:t>[Sources]</a:t>
            </a:r>
          </a:p>
          <a:p>
            <a:r>
              <a:t>- LVTN/NguyenAnNam_DH52201078.docx</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8b1cf364588e4d3a" Type="http://schemas.openxmlformats.org/officeDocument/2006/relationships/slideMaster" Target="../slideMasters/slideMaster1.xml"/></Relationships>
</file>

<file path=ppt/slideLayouts/slideLayout1.xml><?xml version="1.0" encoding="utf-8"?>
<p:sldLayout xmlns:p="http://schemas.openxmlformats.org/presentationml/2006/main" preserve="1">
  <p:cSld name="DEFAULT">
    <p:bg>
      <p:bgRef idx="1001">
        <a:schemeClr xmlns:a="http://schemas.openxmlformats.org/drawingml/2006/main" val="bg1"/>
      </p:bgRef>
    </p:bg>
    <p:spTree>
      <p:nvGrpSpPr>
        <p:cNvPr id="1" name=""/>
        <p:cNvGrpSpPr/>
        <p:nvPr/>
      </p:nvGrpSpPr>
      <p:grpSpPr>
        <a:xfrm xmlns:a="http://schemas.openxmlformats.org/drawingml/2006/main"/>
      </p:grpSpPr>
    </p:spTree>
  </p:cSld>
</p:sldLayout>
</file>

<file path=ppt/slideMasters/_rels/slideMaster1.xml.rels><?xml version='1.0' encoding='UTF-8' standalone='yes'?>
<Relationships xmlns="http://schemas.openxmlformats.org/package/2006/relationships"><Relationship Id="Ra2cc497b11a34206" Type="http://schemas.openxmlformats.org/officeDocument/2006/relationships/slideLayout" Target="../slideLayouts/slideLayout1.xml"/><Relationship Id="Rcaa4285beaa44f4d" Type="http://schemas.openxmlformats.org/officeDocument/2006/relationships/theme" Target="theme/theme2.xml"/></Relationships>
</file>

<file path=ppt/slideMasters/slideMaster1.xml><?xml version="1.0" encoding="utf-8"?>
<p:sldMaster xmlns:p="http://schemas.openxmlformats.org/presentationml/2006/main">
  <p:cSld>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2cc497b11a34206"/>
  </p:sldLayoutIdLst>
  <p:hf sldNum="0" hdr="0" ftr="0" dt="0"/>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Id="R303d14ff0e4443f1" Type="http://schemas.openxmlformats.org/officeDocument/2006/relationships/slideLayout" Target="../slideLayouts/slideLayout1.xml"/><Relationship Id="Rb827bfa061e5406d"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065fe1f780104d03" Type="http://schemas.openxmlformats.org/officeDocument/2006/relationships/image" Target="../media/image2.png"/><Relationship Id="R39e514608af740c2" Type="http://schemas.openxmlformats.org/officeDocument/2006/relationships/slideLayout" Target="../slideLayouts/slideLayout1.xml"/><Relationship Id="R56c05f51144743a3" Type="http://schemas.openxmlformats.org/officeDocument/2006/relationships/notesSlide" Target="../notesSlides/notesSlide2.xml"/><Relationship Id="Rebdf6c9658a0406d" Type="http://schemas.openxmlformats.org/officeDocument/2006/relationships/image" Target="../media/image.png"/></Relationships>
</file>

<file path=ppt/slides/_rels/slide3.xml.rels><?xml version='1.0' encoding='UTF-8' standalone='yes'?>
<Relationships xmlns="http://schemas.openxmlformats.org/package/2006/relationships"><Relationship Id="R344612f8fb504ce2" Type="http://schemas.openxmlformats.org/officeDocument/2006/relationships/notesSlide" Target="../notesSlides/notesSlide6.xml"/><Relationship Id="R943f1f8ec1b14a4e"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4a0fa92cb469457e" Type="http://schemas.openxmlformats.org/officeDocument/2006/relationships/slideLayout" Target="../slideLayouts/slideLayout1.xml"/><Relationship Id="Rd91d19193516486b"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1bdddfe13db548c6" Type="http://schemas.openxmlformats.org/officeDocument/2006/relationships/image" Target="../media/image3.png"/><Relationship Id="R1dcfdde996534acc" Type="http://schemas.openxmlformats.org/officeDocument/2006/relationships/slideLayout" Target="../slideLayouts/slideLayout1.xml"/><Relationship Id="R5cd8c7c6f3be4c7b" Type="http://schemas.openxmlformats.org/officeDocument/2006/relationships/notesSlide" Target="../notesSlides/notesSlide4.xml"/><Relationship Id="rId4" Type="http://schemas.openxmlformats.org/officeDocument/2006/relationships/image" Target="../media/image1.png"/></Relationships>
</file>

<file path=ppt/slides/_rels/slide6.xml.rels><?xml version='1.0' encoding='UTF-8' standalone='yes'?>
<Relationships xmlns="http://schemas.openxmlformats.org/package/2006/relationships"><Relationship Id="R04dc036aa70248e6" Type="http://schemas.openxmlformats.org/officeDocument/2006/relationships/notesSlide" Target="../notesSlides/notesSlide5.xml"/><Relationship Id="R2c317a8e7047417a" Type="http://schemas.openxmlformats.org/officeDocument/2006/relationships/image" Target="../media/image4.png"/><Relationship Id="R31662fa23b3c407c" Type="http://schemas.openxmlformats.org/officeDocument/2006/relationships/slideLayout" Target="../slideLayouts/slideLayout1.xml"/><Relationship Id="rId4" Type="http://schemas.openxmlformats.org/officeDocument/2006/relationships/image" Target="../media/image9.png"/><Relationship Id="rId5" Type="http://schemas.openxmlformats.org/officeDocument/2006/relationships/image" Target="../media/image10.png"/></Relationships>
</file>

<file path=ppt/slides/_rels/slide7.xml.rels><?xml version='1.0' encoding='UTF-8' standalone='yes'?>
<Relationships xmlns="http://schemas.openxmlformats.org/package/2006/relationships"><Relationship Id="R330822fb2d644be5" Type="http://schemas.openxmlformats.org/officeDocument/2006/relationships/image" Target="../media/image6.png"/><Relationship Id="Ra3f5cc90647b40dc" Type="http://schemas.openxmlformats.org/officeDocument/2006/relationships/notesSlide" Target="../notesSlides/notesSlide7.xml"/><Relationship Id="Racc501dd98214eab" Type="http://schemas.openxmlformats.org/officeDocument/2006/relationships/slideLayout" Target="../slideLayouts/slideLayout1.xml"/><Relationship Id="Rf4176754d4ec4306" Type="http://schemas.openxmlformats.org/officeDocument/2006/relationships/image" Target="../media/image5.png"/><Relationship Id="rId5" Type="http://schemas.openxmlformats.org/officeDocument/2006/relationships/image" Target="../media/image11.png"/><Relationship Id="rId6" Type="http://schemas.openxmlformats.org/officeDocument/2006/relationships/image" Target="../media/image12.png"/><Relationship Id="rId7" Type="http://schemas.openxmlformats.org/officeDocument/2006/relationships/image" Target="../media/image13.png"/><Relationship Id="rId8" Type="http://schemas.openxmlformats.org/officeDocument/2006/relationships/image" Target="../media/image14.png"/><Relationship Id="rId9" Type="http://schemas.openxmlformats.org/officeDocument/2006/relationships/image" Target="../media/image15.png"/><Relationship Id="rId10" Type="http://schemas.openxmlformats.org/officeDocument/2006/relationships/image" Target="../media/image16.png"/><Relationship Id="rId11" Type="http://schemas.openxmlformats.org/officeDocument/2006/relationships/image" Target="../media/image17.png"/><Relationship Id="rId12" Type="http://schemas.openxmlformats.org/officeDocument/2006/relationships/image" Target="../media/image18.png"/><Relationship Id="rId13" Type="http://schemas.openxmlformats.org/officeDocument/2006/relationships/image" Target="../media/image19.png"/><Relationship Id="rId14" Type="http://schemas.openxmlformats.org/officeDocument/2006/relationships/image" Target="../media/image20.png"/><Relationship Id="rId15" Type="http://schemas.openxmlformats.org/officeDocument/2006/relationships/image" Target="../media/image21.png"/><Relationship Id="rId16" Type="http://schemas.openxmlformats.org/officeDocument/2006/relationships/image" Target="../media/image22.png"/><Relationship Id="rId17" Type="http://schemas.openxmlformats.org/officeDocument/2006/relationships/image" Target="../media/image23.png"/><Relationship Id="rId18" Type="http://schemas.openxmlformats.org/officeDocument/2006/relationships/image" Target="../media/image24.png"/><Relationship Id="rId19" Type="http://schemas.openxmlformats.org/officeDocument/2006/relationships/image" Target="../media/image25.png"/><Relationship Id="rId20" Type="http://schemas.openxmlformats.org/officeDocument/2006/relationships/image" Target="../media/image26.png"/></Relationships>
</file>

<file path=ppt/slides/_rels/slide8.xml.rels><?xml version='1.0' encoding='UTF-8' standalone='yes'?>
<Relationships xmlns="http://schemas.openxmlformats.org/package/2006/relationships"><Relationship Id="R3af9cdb5de72424c" Type="http://schemas.openxmlformats.org/officeDocument/2006/relationships/slideLayout" Target="../slideLayouts/slideLayout1.xml"/><Relationship Id="R81a86ec769ba42a5" Type="http://schemas.openxmlformats.org/officeDocument/2006/relationships/image" Target="../media/image7.png"/><Relationship Id="R89868ff16750499c" Type="http://schemas.openxmlformats.org/officeDocument/2006/relationships/notesSlide" Target="../notesSlides/notesSlide8.xml"/><Relationship Id="R9c09aadb1672439e" Type="http://schemas.openxmlformats.org/officeDocument/2006/relationships/image" Target="../media/image8.png"/></Relationships>
</file>

<file path=ppt/slides/_rels/slide9.xml.rels><?xml version='1.0' encoding='UTF-8' standalone='yes'?>
<Relationships xmlns="http://schemas.openxmlformats.org/package/2006/relationships"><Relationship Id="R03125f8405ff4f45" Type="http://schemas.openxmlformats.org/officeDocument/2006/relationships/notesSlide" Target="../notesSlides/notesSlide9.xml"/><Relationship Id="R70575329fe214089"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955ca39b56ef469a" Type="http://schemas.openxmlformats.org/officeDocument/2006/relationships/notesSlide" Target="../notesSlides/notesSlide10.xml"/><Relationship Id="Rd6cfada12c094dcc"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p="http://schemas.openxmlformats.org/presentationml/2006/main">
  <p:cSld>
    <p:bg>
      <p:bgPr>
        <a:solidFill xmlns:a="http://schemas.openxmlformats.org/drawingml/2006/main">
          <a:srgbClr val="F4F0E8"/>
        </a:solidFill>
      </p:bgPr>
    </p:bg>
    <p:spTree>
      <p:nvGrpSpPr>
        <p:cNvPr id="1" name=""/>
        <p:cNvGrpSpPr/>
        <p:nvPr/>
      </p:nvGrpSpPr>
      <p:grpSpPr>
        <a:xfrm xmlns:a="http://schemas.openxmlformats.org/drawingml/2006/main"/>
      </p:grpSpPr>
      <p:sp>
        <p:nvSpPr>
          <p:cNvPr id="3" name="Shape 0">
            <a:extLst xmlns:a="http://schemas.openxmlformats.org/drawingml/2006/main">
              <a:ext uri="{FF2B5EF4-FFF2-40B4-BE49-F238E27FC236}">
                <a16:creationId xmlns:a16="http://schemas.microsoft.com/office/drawing/2014/main" id="{2619AF5A-8B07-4F20-99F0-D54BBC257427}"/>
              </a:ext>
            </a:extLst>
          </p:cNvPr>
          <p:cNvSpPr>
            <a:spLocks xmlns:a="http://schemas.openxmlformats.org/drawingml/2006/main" noGrp="1"/>
          </p:cNvSpPr>
          <p:nvPr/>
        </p:nvSpPr>
        <p:spPr>
          <a:xfrm xmlns:a="http://schemas.openxmlformats.org/drawingml/2006/main">
            <a:off x="6553200" y="0"/>
            <a:ext cx="2590800" cy="5143500"/>
          </a:xfrm>
          <a:prstGeom xmlns:a="http://schemas.openxmlformats.org/drawingml/2006/main" prst="rect">
            <a:avLst/>
          </a:prstGeom>
          <a:solidFill xmlns:a="http://schemas.openxmlformats.org/drawingml/2006/main">
            <a:srgbClr val="0B2235"/>
          </a:solidFill>
        </p:spPr>
        <p:txBody xmlns:a="http://schemas.openxmlformats.org/drawingml/2006/main">
          <a:bodyPr/>
          <a:p/>
        </p:txBody>
      </p:sp>
      <p:sp>
        <p:nvSpPr>
          <p:cNvPr id="4" name="Shape 1">
            <a:extLst xmlns:a="http://schemas.openxmlformats.org/drawingml/2006/main">
              <a:ext uri="{FF2B5EF4-FFF2-40B4-BE49-F238E27FC236}">
                <a16:creationId xmlns:a16="http://schemas.microsoft.com/office/drawing/2014/main" id="{D502C465-6C22-4268-950E-1D2AC9675712}"/>
              </a:ext>
            </a:extLst>
          </p:cNvPr>
          <p:cNvSpPr>
            <a:spLocks xmlns:a="http://schemas.openxmlformats.org/drawingml/2006/main" noGrp="1"/>
          </p:cNvSpPr>
          <p:nvPr/>
        </p:nvSpPr>
        <p:spPr>
          <a:xfrm xmlns:a="http://schemas.openxmlformats.org/drawingml/2006/main">
            <a:off x="6467475" y="0"/>
            <a:ext cx="85725" cy="5143500"/>
          </a:xfrm>
          <a:prstGeom xmlns:a="http://schemas.openxmlformats.org/drawingml/2006/main" prst="rect">
            <a:avLst/>
          </a:prstGeom>
          <a:solidFill xmlns:a="http://schemas.openxmlformats.org/drawingml/2006/main">
            <a:srgbClr val="00A67E"/>
          </a:solidFill>
        </p:spPr>
        <p:txBody xmlns:a="http://schemas.openxmlformats.org/drawingml/2006/main">
          <a:bodyPr/>
          <a:p/>
        </p:txBody>
      </p:sp>
      <p:sp>
        <p:nvSpPr>
          <p:cNvPr id="5" name="Shape 2">
            <a:extLst xmlns:a="http://schemas.openxmlformats.org/drawingml/2006/main">
              <a:ext uri="{FF2B5EF4-FFF2-40B4-BE49-F238E27FC236}">
                <a16:creationId xmlns:a16="http://schemas.microsoft.com/office/drawing/2014/main" id="{3AB88BD7-F4A6-45B7-B648-8C5C42568C52}"/>
              </a:ext>
            </a:extLst>
          </p:cNvPr>
          <p:cNvSpPr>
            <a:spLocks xmlns:a="http://schemas.openxmlformats.org/drawingml/2006/main" noGrp="1"/>
          </p:cNvSpPr>
          <p:nvPr/>
        </p:nvSpPr>
        <p:spPr>
          <a:xfrm xmlns:a="http://schemas.openxmlformats.org/drawingml/2006/main">
            <a:off x="7334250" y="-857250"/>
            <a:ext cx="2571750" cy="2571750"/>
          </a:xfrm>
          <a:prstGeom xmlns:a="http://schemas.openxmlformats.org/drawingml/2006/main" prst="ellipse">
            <a:avLst/>
          </a:prstGeom>
          <a:solidFill xmlns:a="http://schemas.openxmlformats.org/drawingml/2006/main">
            <a:srgbClr val="00A67E"/>
          </a:solidFill>
        </p:spPr>
        <p:txBody xmlns:a="http://schemas.openxmlformats.org/drawingml/2006/main">
          <a:bodyPr/>
          <a:p/>
        </p:txBody>
      </p:sp>
      <p:sp>
        <p:nvSpPr>
          <p:cNvPr id="6" name="Shape 3">
            <a:extLst xmlns:a="http://schemas.openxmlformats.org/drawingml/2006/main">
              <a:ext uri="{FF2B5EF4-FFF2-40B4-BE49-F238E27FC236}">
                <a16:creationId xmlns:a16="http://schemas.microsoft.com/office/drawing/2014/main" id="{210BDA20-8F19-42EF-BA10-7FD1FDCE2740}"/>
              </a:ext>
            </a:extLst>
          </p:cNvPr>
          <p:cNvSpPr>
            <a:spLocks xmlns:a="http://schemas.openxmlformats.org/drawingml/2006/main" noGrp="1"/>
          </p:cNvSpPr>
          <p:nvPr/>
        </p:nvSpPr>
        <p:spPr>
          <a:xfrm xmlns:a="http://schemas.openxmlformats.org/drawingml/2006/main">
            <a:off x="6858000" y="762000"/>
            <a:ext cx="457200" cy="457200"/>
          </a:xfrm>
          <a:prstGeom xmlns:a="http://schemas.openxmlformats.org/drawingml/2006/main" prst="ellipse">
            <a:avLst/>
          </a:prstGeom>
          <a:solidFill xmlns:a="http://schemas.openxmlformats.org/drawingml/2006/main">
            <a:srgbClr val="F7D75C"/>
          </a:solidFill>
        </p:spPr>
        <p:txBody xmlns:a="http://schemas.openxmlformats.org/drawingml/2006/main">
          <a:bodyPr/>
          <a:p/>
        </p:txBody>
      </p:sp>
      <p:sp>
        <p:nvSpPr>
          <p:cNvPr id="7" name="Text 4">
            <a:extLst xmlns:a="http://schemas.openxmlformats.org/drawingml/2006/main">
              <a:ext uri="{FF2B5EF4-FFF2-40B4-BE49-F238E27FC236}">
                <a16:creationId xmlns:a16="http://schemas.microsoft.com/office/drawing/2014/main" id="{C380D0E8-6424-4108-AB2C-BEE55427D1EB}"/>
              </a:ext>
            </a:extLst>
          </p:cNvPr>
          <p:cNvSpPr>
            <a:spLocks xmlns:a="http://schemas.openxmlformats.org/drawingml/2006/main" noGrp="1"/>
          </p:cNvSpPr>
          <p:nvPr/>
        </p:nvSpPr>
        <p:spPr>
          <a:xfrm xmlns:a="http://schemas.openxmlformats.org/drawingml/2006/main">
            <a:off x="476250" y="419100"/>
            <a:ext cx="4286250" cy="123825"/>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941"/>
              </a:lnSpc>
              <a:buNone/>
            </a:pPr>
            <a:r>
              <a:rPr sz="855" b="1">
                <a:solidFill>
                  <a:srgbClr val="00A67E">
                    <a:alpha val="99000"/>
                  </a:srgbClr>
                </a:solidFill>
                <a:latin typeface="Inter"/>
                <a:ea typeface="Inter"/>
                <a:cs typeface="Inter"/>
              </a:rPr>
              <a:t>LUẬN VĂN TỐT NGHIỆP  ·  2026</a:t>
            </a:r>
            <a:endParaRPr sz="855"/>
          </a:p>
        </p:txBody>
      </p:sp>
      <p:sp>
        <p:nvSpPr>
          <p:cNvPr id="8" name="Text 5">
            <a:extLst xmlns:a="http://schemas.openxmlformats.org/drawingml/2006/main">
              <a:ext uri="{FF2B5EF4-FFF2-40B4-BE49-F238E27FC236}">
                <a16:creationId xmlns:a16="http://schemas.microsoft.com/office/drawing/2014/main" id="{CA4DD9A4-6203-4831-88DC-D279157AF7B3}"/>
              </a:ext>
            </a:extLst>
          </p:cNvPr>
          <p:cNvSpPr>
            <a:spLocks xmlns:a="http://schemas.openxmlformats.org/drawingml/2006/main" noGrp="1"/>
          </p:cNvSpPr>
          <p:nvPr/>
        </p:nvSpPr>
        <p:spPr>
          <a:xfrm xmlns:a="http://schemas.openxmlformats.org/drawingml/2006/main">
            <a:off x="476250" y="1095375"/>
            <a:ext cx="5524500" cy="1185863"/>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algn="l">
              <a:buNone/>
            </a:pPr>
            <a:r>
              <a:rPr sz="3064" b="1">
                <a:solidFill>
                  <a:srgbClr val="111315">
                    <a:alpha val="99000"/>
                  </a:srgbClr>
                </a:solidFill>
                <a:latin typeface="Inter"/>
                <a:ea typeface="Inter"/>
                <a:cs typeface="Inter"/>
              </a:rPr>
              <a:t>XÂY DỰNG WEBSITE</a:t>
            </a:r>
          </a:p>
          <a:p xmlns:a="http://schemas.openxmlformats.org/drawingml/2006/main">
            <a:pPr marL="0" algn="l">
              <a:buNone/>
            </a:pPr>
            <a:r>
              <a:rPr sz="3064" b="1">
                <a:solidFill>
                  <a:srgbClr val="111315">
                    <a:alpha val="99000"/>
                  </a:srgbClr>
                </a:solidFill>
                <a:latin typeface="Inter"/>
                <a:ea typeface="Inter"/>
                <a:cs typeface="Inter"/>
              </a:rPr>
              <a:t>QUẢN LÝ VĂN PHÒNG PHẨM</a:t>
            </a:r>
          </a:p>
          <a:p xmlns:a="http://schemas.openxmlformats.org/drawingml/2006/main">
            <a:pPr marL="0" algn="l">
              <a:buNone/>
            </a:pPr>
            <a:r>
              <a:rPr sz="3064" b="1">
                <a:solidFill>
                  <a:srgbClr val="111315">
                    <a:alpha val="99000"/>
                  </a:srgbClr>
                </a:solidFill>
                <a:latin typeface="Inter"/>
                <a:ea typeface="Inter"/>
                <a:cs typeface="Inter"/>
              </a:rPr>
              <a:t>PHONG PHÚ</a:t>
            </a:r>
          </a:p>
        </p:txBody>
      </p:sp>
      <p:sp>
        <p:nvSpPr>
          <p:cNvPr id="9" name="Text 6">
            <a:extLst xmlns:a="http://schemas.openxmlformats.org/drawingml/2006/main">
              <a:ext uri="{FF2B5EF4-FFF2-40B4-BE49-F238E27FC236}">
                <a16:creationId xmlns:a16="http://schemas.microsoft.com/office/drawing/2014/main" id="{1C067249-DB2A-4B8E-9DFB-2D4F1AEA19BB}"/>
              </a:ext>
            </a:extLst>
          </p:cNvPr>
          <p:cNvSpPr>
            <a:spLocks xmlns:a="http://schemas.openxmlformats.org/drawingml/2006/main" noGrp="1"/>
          </p:cNvSpPr>
          <p:nvPr/>
        </p:nvSpPr>
        <p:spPr>
          <a:xfrm xmlns:a="http://schemas.openxmlformats.org/drawingml/2006/main">
            <a:off x="476250" y="4019550"/>
            <a:ext cx="4286250" cy="138113"/>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019"/>
              </a:lnSpc>
              <a:buNone/>
            </a:pPr>
            <a:r>
              <a:rPr sz="926" b="1">
                <a:solidFill>
                  <a:srgbClr val="111315">
                    <a:alpha val="99000"/>
                  </a:srgbClr>
                </a:solidFill>
                <a:latin typeface="Inter"/>
                <a:ea typeface="Inter"/>
                <a:cs typeface="Inter"/>
              </a:rPr>
              <a:t>NGUYỄN AN NAM  ·  DH52201078</a:t>
            </a:r>
            <a:endParaRPr sz="926"/>
          </a:p>
        </p:txBody>
      </p:sp>
      <p:sp>
        <p:nvSpPr>
          <p:cNvPr id="10" name="Text 7">
            <a:extLst xmlns:a="http://schemas.openxmlformats.org/drawingml/2006/main">
              <a:ext uri="{FF2B5EF4-FFF2-40B4-BE49-F238E27FC236}">
                <a16:creationId xmlns:a16="http://schemas.microsoft.com/office/drawing/2014/main" id="{B076CA12-CC12-4646-9443-D0521D493E31}"/>
              </a:ext>
            </a:extLst>
          </p:cNvPr>
          <p:cNvSpPr>
            <a:spLocks xmlns:a="http://schemas.openxmlformats.org/drawingml/2006/main" noGrp="1"/>
          </p:cNvSpPr>
          <p:nvPr/>
        </p:nvSpPr>
        <p:spPr>
          <a:xfrm xmlns:a="http://schemas.openxmlformats.org/drawingml/2006/main">
            <a:off x="476250" y="4286250"/>
            <a:ext cx="4286250" cy="1143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862"/>
              </a:lnSpc>
              <a:buNone/>
            </a:pPr>
            <a:r>
              <a:rPr sz="784">
                <a:solidFill>
                  <a:srgbClr val="5A615F">
                    <a:alpha val="99000"/>
                  </a:srgbClr>
                </a:solidFill>
                <a:latin typeface="Inter"/>
                <a:ea typeface="Inter"/>
                <a:cs typeface="Inter"/>
              </a:rPr>
              <a:t>GVHD: ThS. VIÊN THANH NHÃ</a:t>
            </a:r>
            <a:endParaRPr sz="784"/>
          </a:p>
        </p:txBody>
      </p:sp>
      <p:sp>
        <p:nvSpPr>
          <p:cNvPr id="11" name="Text 8">
            <a:extLst xmlns:a="http://schemas.openxmlformats.org/drawingml/2006/main">
              <a:ext uri="{FF2B5EF4-FFF2-40B4-BE49-F238E27FC236}">
                <a16:creationId xmlns:a16="http://schemas.microsoft.com/office/drawing/2014/main" id="{45BD79F1-B43B-4B10-9E18-1F86DD1B9EB3}"/>
              </a:ext>
            </a:extLst>
          </p:cNvPr>
          <p:cNvSpPr>
            <a:spLocks xmlns:a="http://schemas.openxmlformats.org/drawingml/2006/main" noGrp="1"/>
          </p:cNvSpPr>
          <p:nvPr/>
        </p:nvSpPr>
        <p:spPr>
          <a:xfrm xmlns:a="http://schemas.openxmlformats.org/drawingml/2006/main">
            <a:off x="476250" y="4772025"/>
            <a:ext cx="5715000" cy="1143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784"/>
              </a:lnSpc>
              <a:buNone/>
            </a:pPr>
            <a:r>
              <a:rPr sz="713" b="1">
                <a:solidFill>
                  <a:srgbClr val="5A615F">
                    <a:alpha val="99000"/>
                  </a:srgbClr>
                </a:solidFill>
                <a:latin typeface="Inter"/>
                <a:ea typeface="Inter"/>
                <a:cs typeface="Inter"/>
              </a:rPr>
              <a:t>TRƯỜNG ĐẠI HỌC CÔNG NGHỆ SÀI GÒN  ·  KHOA CNTT</a:t>
            </a:r>
            <a:endParaRPr sz="713"/>
          </a:p>
        </p:txBody>
      </p:sp>
      <p:sp>
        <p:nvSpPr>
          <p:cNvPr id="12" name="Text 9">
            <a:extLst xmlns:a="http://schemas.openxmlformats.org/drawingml/2006/main">
              <a:ext uri="{FF2B5EF4-FFF2-40B4-BE49-F238E27FC236}">
                <a16:creationId xmlns:a16="http://schemas.microsoft.com/office/drawing/2014/main" id="{169E9A7A-C58D-4FBB-AB27-0E30F9F0AA70}"/>
              </a:ext>
            </a:extLst>
          </p:cNvPr>
          <p:cNvSpPr>
            <a:spLocks xmlns:a="http://schemas.openxmlformats.org/drawingml/2006/main" noGrp="1"/>
          </p:cNvSpPr>
          <p:nvPr/>
        </p:nvSpPr>
        <p:spPr>
          <a:xfrm xmlns:a="http://schemas.openxmlformats.org/drawingml/2006/main">
            <a:off x="6905625" y="3095625"/>
            <a:ext cx="1571625" cy="5715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ts val="2132"/>
              </a:lnSpc>
              <a:buNone/>
              <a:defRPr sz="2423" b="1">
                <a:solidFill>
                  <a:srgbClr val="FFFFFF"/>
                </a:solidFill>
                <a:latin typeface="Space Grotesk"/>
                <a:ea typeface="Space Grotesk"/>
                <a:cs typeface="Space Grotesk"/>
              </a:defRPr>
            </a:pPr>
            <a:r>
              <a:rPr sz="2423" b="1">
                <a:solidFill>
                  <a:srgbClr val="FFFFFF"/>
                </a:solidFill>
                <a:latin typeface="Space Grotesk"/>
                <a:ea typeface="Space Grotesk"/>
                <a:cs typeface="Space Grotesk"/>
              </a:rPr>
              <a:t>GTAS-VPP</a:t>
            </a:r>
            <a:endParaRPr sz="2423"/>
          </a:p>
        </p:txBody>
      </p:sp>
    </p:spTree>
    <p:extLst>
      <p:ext uri="{BB962C8B-B14F-4D97-AF65-F5344CB8AC3E}">
        <p14:creationId xmlns:p14="http://schemas.microsoft.com/office/powerpoint/2010/main" val="1903488240"/>
      </p:ext>
    </p:extLst>
  </p:cSld>
</p:sld>
</file>

<file path=ppt/slides/slide2.xml><?xml version="1.0" encoding="utf-8"?>
<p:sld xmlns:p="http://schemas.openxmlformats.org/presentationml/2006/main">
  <p:cSld>
    <p:bg>
      <p:bgPr>
        <a:solidFill xmlns:a="http://schemas.openxmlformats.org/drawingml/2006/main">
          <a:srgbClr val="0B2235"/>
        </a:solidFill>
      </p:bgPr>
    </p:bg>
    <p:spTree>
      <p:nvGrpSpPr>
        <p:cNvPr id="1" name=""/>
        <p:cNvGrpSpPr/>
        <p:nvPr/>
      </p:nvGrpSpPr>
      <p:grpSpPr>
        <a:xfrm xmlns:a="http://schemas.openxmlformats.org/drawingml/2006/main"/>
      </p:grpSpPr>
      <p:sp>
        <p:nvSpPr>
          <p:cNvPr id="3" name="Shape 0">
            <a:extLst xmlns:a="http://schemas.openxmlformats.org/drawingml/2006/main">
              <a:ext uri="{FF2B5EF4-FFF2-40B4-BE49-F238E27FC236}">
                <a16:creationId xmlns:a16="http://schemas.microsoft.com/office/drawing/2014/main" id="{67579522-837B-4480-B33C-4A9C4F04516E}"/>
              </a:ext>
            </a:extLst>
          </p:cNvPr>
          <p:cNvSpPr>
            <a:spLocks xmlns:a="http://schemas.openxmlformats.org/drawingml/2006/main" noGrp="1"/>
          </p:cNvSpPr>
          <p:nvPr/>
        </p:nvSpPr>
        <p:spPr>
          <a:xfrm xmlns:a="http://schemas.openxmlformats.org/drawingml/2006/main">
            <a:off x="7334250" y="-1238250"/>
            <a:ext cx="2952750" cy="2952750"/>
          </a:xfrm>
          <a:prstGeom xmlns:a="http://schemas.openxmlformats.org/drawingml/2006/main" prst="ellipse">
            <a:avLst/>
          </a:prstGeom>
          <a:solidFill xmlns:a="http://schemas.openxmlformats.org/drawingml/2006/main">
            <a:srgbClr val="F7D75C"/>
          </a:solidFill>
        </p:spPr>
        <p:txBody xmlns:a="http://schemas.openxmlformats.org/drawingml/2006/main">
          <a:bodyPr/>
          <a:p/>
        </p:txBody>
      </p:sp>
      <p:sp>
        <p:nvSpPr>
          <p:cNvPr id="4" name="Shape 1">
            <a:extLst xmlns:a="http://schemas.openxmlformats.org/drawingml/2006/main">
              <a:ext uri="{FF2B5EF4-FFF2-40B4-BE49-F238E27FC236}">
                <a16:creationId xmlns:a16="http://schemas.microsoft.com/office/drawing/2014/main" id="{A54EE601-426F-4A0D-B55B-0E9AE9EBDB51}"/>
              </a:ext>
            </a:extLst>
          </p:cNvPr>
          <p:cNvSpPr>
            <a:spLocks xmlns:a="http://schemas.openxmlformats.org/drawingml/2006/main" noGrp="1"/>
          </p:cNvSpPr>
          <p:nvPr/>
        </p:nvSpPr>
        <p:spPr>
          <a:xfrm xmlns:a="http://schemas.openxmlformats.org/drawingml/2006/main">
            <a:off x="0" y="0"/>
            <a:ext cx="85725" cy="5143500"/>
          </a:xfrm>
          <a:prstGeom xmlns:a="http://schemas.openxmlformats.org/drawingml/2006/main" prst="rect">
            <a:avLst/>
          </a:prstGeom>
          <a:solidFill xmlns:a="http://schemas.openxmlformats.org/drawingml/2006/main">
            <a:srgbClr val="00A67E"/>
          </a:solidFill>
        </p:spPr>
        <p:txBody xmlns:a="http://schemas.openxmlformats.org/drawingml/2006/main">
          <a:bodyPr/>
          <a:p/>
        </p:txBody>
      </p:sp>
      <p:sp>
        <p:nvSpPr>
          <p:cNvPr id="5" name="Text 2">
            <a:extLst xmlns:a="http://schemas.openxmlformats.org/drawingml/2006/main">
              <a:ext uri="{FF2B5EF4-FFF2-40B4-BE49-F238E27FC236}">
                <a16:creationId xmlns:a16="http://schemas.microsoft.com/office/drawing/2014/main" id="{D2F07452-64C0-4993-AA4A-BDCD32342D9A}"/>
              </a:ext>
            </a:extLst>
          </p:cNvPr>
          <p:cNvSpPr>
            <a:spLocks xmlns:a="http://schemas.openxmlformats.org/drawingml/2006/main" noGrp="1"/>
          </p:cNvSpPr>
          <p:nvPr/>
        </p:nvSpPr>
        <p:spPr>
          <a:xfrm xmlns:a="http://schemas.openxmlformats.org/drawingml/2006/main">
            <a:off x="476250" y="361950"/>
            <a:ext cx="3333750" cy="1143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862"/>
              </a:lnSpc>
              <a:buNone/>
              <a:defRPr sz="780">
                <a:solidFill>
                  <a:srgbClr val="00A67E"/>
                </a:solidFill>
                <a:latin typeface="Inter"/>
              </a:defRPr>
            </a:pPr>
            <a:r>
              <a:t>VÍ DỤ QUY TRÌNH CŨ</a:t>
            </a:r>
            <a:endParaRPr sz="784"/>
          </a:p>
        </p:txBody>
      </p:sp>
      <p:sp>
        <p:nvSpPr>
          <p:cNvPr id="6" name="Text 3">
            <a:extLst xmlns:a="http://schemas.openxmlformats.org/drawingml/2006/main">
              <a:ext uri="{FF2B5EF4-FFF2-40B4-BE49-F238E27FC236}">
                <a16:creationId xmlns:a16="http://schemas.microsoft.com/office/drawing/2014/main" id="{D1C03B8B-9D66-4A8F-9E5F-1E5FA8F1791E}"/>
              </a:ext>
            </a:extLst>
          </p:cNvPr>
          <p:cNvSpPr>
            <a:spLocks xmlns:a="http://schemas.openxmlformats.org/drawingml/2006/main" noGrp="1"/>
          </p:cNvSpPr>
          <p:nvPr/>
        </p:nvSpPr>
        <p:spPr>
          <a:xfrm xmlns:a="http://schemas.openxmlformats.org/drawingml/2006/main">
            <a:off x="476250" y="638175"/>
            <a:ext cx="7239000" cy="600075"/>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algn="l">
              <a:buNone/>
              <a:defRPr sz="2150" b="1">
                <a:solidFill>
                  <a:srgbClr val="FFFFFF"/>
                </a:solidFill>
                <a:latin typeface="Inter"/>
              </a:defRPr>
            </a:pPr>
            <a:r>
              <a:t>Nhân viên đặt hàng qua file Excel của phòng ban,</a:t>
            </a:r>
          </a:p>
          <a:p xmlns:a="http://schemas.openxmlformats.org/drawingml/2006/main">
            <a:pPr>
              <a:defRPr sz="2150" b="1">
                <a:solidFill>
                  <a:srgbClr val="FFFFFF"/>
                </a:solidFill>
                <a:latin typeface="Inter"/>
              </a:defRPr>
            </a:pPr>
            <a:r>
              <a:t>quản lý phải tự gom lại vào ngày 05 hằng tháng</a:t>
            </a:r>
          </a:p>
        </p:txBody>
      </p:sp>
      <p:sp>
        <p:nvSpPr>
          <p:cNvPr id="7" name="Text 4">
            <a:extLst xmlns:a="http://schemas.openxmlformats.org/drawingml/2006/main">
              <a:ext uri="{FF2B5EF4-FFF2-40B4-BE49-F238E27FC236}">
                <a16:creationId xmlns:a16="http://schemas.microsoft.com/office/drawing/2014/main" id="{D77FB15D-138F-4C87-8326-7BFA37AEB0CC}"/>
              </a:ext>
            </a:extLst>
          </p:cNvPr>
          <p:cNvSpPr>
            <a:spLocks xmlns:a="http://schemas.openxmlformats.org/drawingml/2006/main" noGrp="1"/>
          </p:cNvSpPr>
          <p:nvPr/>
        </p:nvSpPr>
        <p:spPr>
          <a:xfrm xmlns:a="http://schemas.openxmlformats.org/drawingml/2006/main">
            <a:off x="495300" y="1409700"/>
            <a:ext cx="6953250" cy="36195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113"/>
              </a:lnSpc>
              <a:buNone/>
              <a:defRPr sz="890" b="0">
                <a:solidFill>
                  <a:srgbClr val="C8D2DC"/>
                </a:solidFill>
                <a:latin typeface="Inter"/>
              </a:defRPr>
            </a:pPr>
            <a:r>
              <a:t>Dễ gõ sai tên mặt hàng, sai định dạng, không rõ ràng người đặt và không có nơi quản lý chung.</a:t>
            </a:r>
            <a:endParaRPr sz="891"/>
          </a:p>
        </p:txBody>
      </p:sp>
      <p:sp>
        <p:nvSpPr>
          <p:cNvPr id="8" name="Text 5">
            <a:extLst xmlns:a="http://schemas.openxmlformats.org/drawingml/2006/main">
              <a:ext uri="{FF2B5EF4-FFF2-40B4-BE49-F238E27FC236}">
                <a16:creationId xmlns:a16="http://schemas.microsoft.com/office/drawing/2014/main" id="{B9E5878B-2EE3-42FB-A4CE-A6B2E5A4E4FB}"/>
              </a:ext>
            </a:extLst>
          </p:cNvPr>
          <p:cNvSpPr>
            <a:spLocks xmlns:a="http://schemas.openxmlformats.org/drawingml/2006/main" noGrp="1"/>
          </p:cNvSpPr>
          <p:nvPr/>
        </p:nvSpPr>
        <p:spPr>
          <a:xfrm xmlns:a="http://schemas.openxmlformats.org/drawingml/2006/main">
            <a:off x="476250" y="2047875"/>
            <a:ext cx="1238250" cy="48101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3591"/>
              </a:lnSpc>
              <a:buNone/>
            </a:pPr>
            <a:r>
              <a:rPr sz="3990" b="1">
                <a:solidFill>
                  <a:srgbClr val="00A67E">
                    <a:alpha val="99000"/>
                  </a:srgbClr>
                </a:solidFill>
                <a:latin typeface="Space Grotesk"/>
                <a:ea typeface="Space Grotesk"/>
                <a:cs typeface="Space Grotesk"/>
              </a:rPr>
              <a:t>01</a:t>
            </a:r>
            <a:endParaRPr sz="3990"/>
          </a:p>
        </p:txBody>
      </p:sp>
      <p:sp>
        <p:nvSpPr>
          <p:cNvPr id="9" name="Text 6">
            <a:extLst xmlns:a="http://schemas.openxmlformats.org/drawingml/2006/main">
              <a:ext uri="{FF2B5EF4-FFF2-40B4-BE49-F238E27FC236}">
                <a16:creationId xmlns:a16="http://schemas.microsoft.com/office/drawing/2014/main" id="{67AC68B4-F4A4-492A-9AF4-C457EFC1BEBC}"/>
              </a:ext>
            </a:extLst>
          </p:cNvPr>
          <p:cNvSpPr>
            <a:spLocks xmlns:a="http://schemas.openxmlformats.org/drawingml/2006/main" noGrp="1"/>
          </p:cNvSpPr>
          <p:nvPr/>
        </p:nvSpPr>
        <p:spPr>
          <a:xfrm xmlns:a="http://schemas.openxmlformats.org/drawingml/2006/main">
            <a:off x="523875" y="2571750"/>
            <a:ext cx="2423160" cy="32385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901"/>
              </a:lnSpc>
              <a:buNone/>
              <a:defRPr sz="1050" b="1">
                <a:solidFill>
                  <a:srgbClr val="FFFFFF"/>
                </a:solidFill>
                <a:latin typeface="Inter"/>
              </a:defRPr>
            </a:pPr>
            <a:r>
              <a:t>Nhiều người cùng nhập liệu</a:t>
            </a:r>
            <a:endParaRPr sz="819"/>
          </a:p>
          <a:p xmlns:a="http://schemas.openxmlformats.org/drawingml/2006/main">
            <a:pPr>
              <a:defRPr sz="919" b="0">
                <a:solidFill>
                  <a:srgbClr val="C8D2DC"/>
                </a:solidFill>
                <a:latin typeface="Inter"/>
              </a:defRPr>
            </a:pPr>
            <a:r>
              <a:t>Dễ bị gõ đè và sai tên mặt hàng</a:t>
            </a:r>
          </a:p>
        </p:txBody>
      </p:sp>
      <p:sp>
        <p:nvSpPr>
          <p:cNvPr id="10" name="Text 7">
            <a:extLst xmlns:a="http://schemas.openxmlformats.org/drawingml/2006/main">
              <a:ext uri="{FF2B5EF4-FFF2-40B4-BE49-F238E27FC236}">
                <a16:creationId xmlns:a16="http://schemas.microsoft.com/office/drawing/2014/main" id="{6B501CB9-EF89-4C63-B68D-01545279A4EF}"/>
              </a:ext>
            </a:extLst>
          </p:cNvPr>
          <p:cNvSpPr>
            <a:spLocks xmlns:a="http://schemas.openxmlformats.org/drawingml/2006/main" noGrp="1"/>
          </p:cNvSpPr>
          <p:nvPr/>
        </p:nvSpPr>
        <p:spPr>
          <a:xfrm xmlns:a="http://schemas.openxmlformats.org/drawingml/2006/main">
            <a:off x="476250" y="3028950"/>
            <a:ext cx="1238250" cy="48101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3591"/>
              </a:lnSpc>
              <a:buNone/>
            </a:pPr>
            <a:r>
              <a:rPr sz="3990" b="1">
                <a:solidFill>
                  <a:srgbClr val="F7D75C">
                    <a:alpha val="99000"/>
                  </a:srgbClr>
                </a:solidFill>
                <a:latin typeface="Space Grotesk"/>
                <a:ea typeface="Space Grotesk"/>
                <a:cs typeface="Space Grotesk"/>
              </a:rPr>
              <a:t>02</a:t>
            </a:r>
            <a:endParaRPr sz="3990"/>
          </a:p>
        </p:txBody>
      </p:sp>
      <p:sp>
        <p:nvSpPr>
          <p:cNvPr id="11" name="Text 8">
            <a:extLst xmlns:a="http://schemas.openxmlformats.org/drawingml/2006/main">
              <a:ext uri="{FF2B5EF4-FFF2-40B4-BE49-F238E27FC236}">
                <a16:creationId xmlns:a16="http://schemas.microsoft.com/office/drawing/2014/main" id="{84173323-0C08-4D8C-A103-6D3123F58E5C}"/>
              </a:ext>
            </a:extLst>
          </p:cNvPr>
          <p:cNvSpPr>
            <a:spLocks xmlns:a="http://schemas.openxmlformats.org/drawingml/2006/main" noGrp="1"/>
          </p:cNvSpPr>
          <p:nvPr/>
        </p:nvSpPr>
        <p:spPr>
          <a:xfrm xmlns:a="http://schemas.openxmlformats.org/drawingml/2006/main">
            <a:off x="523875" y="3552825"/>
            <a:ext cx="2423160" cy="32385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901"/>
              </a:lnSpc>
              <a:buNone/>
              <a:defRPr sz="1050" b="1">
                <a:solidFill>
                  <a:srgbClr val="FFFFFF"/>
                </a:solidFill>
                <a:latin typeface="Inter"/>
              </a:defRPr>
            </a:pPr>
            <a:r>
              <a:t>Thao tác tổng hợp file</a:t>
            </a:r>
            <a:endParaRPr sz="819"/>
          </a:p>
          <a:p xmlns:a="http://schemas.openxmlformats.org/drawingml/2006/main">
            <a:pPr>
              <a:defRPr sz="919" b="0">
                <a:solidFill>
                  <a:srgbClr val="C8D2DC"/>
                </a:solidFill>
                <a:latin typeface="Inter"/>
              </a:defRPr>
            </a:pPr>
            <a:r>
              <a:t>Tốn nhiều thời gian tổng hợp</a:t>
            </a:r>
            <a:br/>
            <a:r>
              <a:t>từ tất cả phòng ban</a:t>
            </a:r>
          </a:p>
        </p:txBody>
      </p:sp>
      <p:sp>
        <p:nvSpPr>
          <p:cNvPr id="12" name="Text 9">
            <a:extLst xmlns:a="http://schemas.openxmlformats.org/drawingml/2006/main">
              <a:ext uri="{FF2B5EF4-FFF2-40B4-BE49-F238E27FC236}">
                <a16:creationId xmlns:a16="http://schemas.microsoft.com/office/drawing/2014/main" id="{F4336394-AD9E-4DF3-A684-A15FA817C23A}"/>
              </a:ext>
            </a:extLst>
          </p:cNvPr>
          <p:cNvSpPr>
            <a:spLocks xmlns:a="http://schemas.openxmlformats.org/drawingml/2006/main" noGrp="1"/>
          </p:cNvSpPr>
          <p:nvPr/>
        </p:nvSpPr>
        <p:spPr>
          <a:xfrm xmlns:a="http://schemas.openxmlformats.org/drawingml/2006/main">
            <a:off x="476250" y="4114800"/>
            <a:ext cx="1714500" cy="276225"/>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2076"/>
              </a:lnSpc>
              <a:buNone/>
            </a:pPr>
            <a:r>
              <a:rPr sz="2209" b="1">
                <a:solidFill>
                  <a:srgbClr val="FF4D3D">
                    <a:alpha val="99000"/>
                  </a:srgbClr>
                </a:solidFill>
                <a:latin typeface="Space Grotesk"/>
                <a:ea typeface="Space Grotesk"/>
                <a:cs typeface="Space Grotesk"/>
              </a:rPr>
              <a:t>#REF!</a:t>
            </a:r>
            <a:endParaRPr sz="2209"/>
          </a:p>
        </p:txBody>
      </p:sp>
      <p:sp>
        <p:nvSpPr>
          <p:cNvPr id="13" name="Text 10">
            <a:extLst xmlns:a="http://schemas.openxmlformats.org/drawingml/2006/main">
              <a:ext uri="{FF2B5EF4-FFF2-40B4-BE49-F238E27FC236}">
                <a16:creationId xmlns:a16="http://schemas.microsoft.com/office/drawing/2014/main" id="{F294815D-FA9E-4292-B8CF-8228DBEB52DB}"/>
              </a:ext>
            </a:extLst>
          </p:cNvPr>
          <p:cNvSpPr>
            <a:spLocks xmlns:a="http://schemas.openxmlformats.org/drawingml/2006/main" noGrp="1"/>
          </p:cNvSpPr>
          <p:nvPr/>
        </p:nvSpPr>
        <p:spPr>
          <a:xfrm xmlns:a="http://schemas.openxmlformats.org/drawingml/2006/main">
            <a:off x="523875" y="4476750"/>
            <a:ext cx="2423160" cy="3810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935"/>
              </a:lnSpc>
              <a:buNone/>
              <a:defRPr sz="900" b="0">
                <a:solidFill>
                  <a:srgbClr val="C8D2DC"/>
                </a:solidFill>
                <a:latin typeface="Inter"/>
              </a:defRPr>
            </a:pPr>
            <a:r>
              <a:t>Dễ bị lỗi công thức, nhầm giá</a:t>
            </a:r>
            <a:br/>
            <a:r>
              <a:t>và tính sai tổng tiền.</a:t>
            </a:r>
            <a:endParaRPr sz="748"/>
          </a:p>
        </p:txBody>
      </p:sp>
      <p:pic>
        <p:nvPicPr>
          <p:cNvPr id="27" name="Image 0"/>
          <p:cNvPicPr>
            <a:picLocks xmlns:a="http://schemas.openxmlformats.org/drawingml/2006/main" noChangeAspect="1"/>
          </p:cNvPicPr>
          <p:nvPr/>
        </p:nvPicPr>
        <p:blipFill>
          <a:blip xmlns:r="http://schemas.openxmlformats.org/officeDocument/2006/relationships" xmlns:a="http://schemas.openxmlformats.org/drawingml/2006/main" r:embed="Rebdf6c9658a0406d"/>
          <a:stretch xmlns:a="http://schemas.openxmlformats.org/drawingml/2006/main"/>
        </p:blipFill>
        <p:spPr>
          <a:xfrm xmlns:a="http://schemas.openxmlformats.org/drawingml/2006/main">
            <a:off x="3015793" y="2095500"/>
            <a:ext cx="5493664" cy="1323975"/>
          </a:xfrm>
          <a:prstGeom xmlns:a="http://schemas.openxmlformats.org/drawingml/2006/main" prst="rect">
            <a:avLst/>
          </a:prstGeom>
        </p:spPr>
      </p:pic>
      <p:pic>
        <p:nvPicPr>
          <p:cNvPr id="28" name="Image 1"/>
          <p:cNvPicPr>
            <a:picLocks xmlns:a="http://schemas.openxmlformats.org/drawingml/2006/main" noChangeAspect="1"/>
          </p:cNvPicPr>
          <p:nvPr/>
        </p:nvPicPr>
        <p:blipFill>
          <a:blip xmlns:r="http://schemas.openxmlformats.org/officeDocument/2006/relationships" xmlns:a="http://schemas.openxmlformats.org/drawingml/2006/main" r:embed="R065fe1f780104d03"/>
          <a:stretch xmlns:a="http://schemas.openxmlformats.org/drawingml/2006/main"/>
        </p:blipFill>
        <p:spPr>
          <a:xfrm xmlns:a="http://schemas.openxmlformats.org/drawingml/2006/main">
            <a:off x="3393778" y="3676650"/>
            <a:ext cx="4737694" cy="1323975"/>
          </a:xfrm>
          <a:prstGeom xmlns:a="http://schemas.openxmlformats.org/drawingml/2006/main" prst="rect">
            <a:avLst/>
          </a:prstGeom>
        </p:spPr>
      </p:pic>
    </p:spTree>
    <p:extLst>
      <p:ext uri="{BB962C8B-B14F-4D97-AF65-F5344CB8AC3E}">
        <p14:creationId xmlns:p14="http://schemas.microsoft.com/office/powerpoint/2010/main" val="1083026158"/>
      </p:ext>
    </p:extLst>
  </p:cSld>
</p:sld>
</file>

<file path=ppt/slides/slide3.xml><?xml version="1.0" encoding="utf-8"?>
<p:sld xmlns:p="http://schemas.openxmlformats.org/presentationml/2006/main">
  <p:cSld>
    <p:bg>
      <p:bgPr>
        <a:solidFill xmlns:a="http://schemas.openxmlformats.org/drawingml/2006/main">
          <a:srgbClr val="DFECF1"/>
        </a:solidFill>
      </p:bgPr>
    </p:bg>
    <p:spTree>
      <p:nvGrpSpPr>
        <p:cNvPr id="1" name=""/>
        <p:cNvGrpSpPr/>
        <p:nvPr/>
      </p:nvGrpSpPr>
      <p:grpSpPr>
        <a:xfrm xmlns:a="http://schemas.openxmlformats.org/drawingml/2006/main"/>
      </p:grpSpPr>
      <p:sp>
        <p:nvSpPr>
          <p:cNvPr id="3" name="Text 0">
            <a:extLst xmlns:a="http://schemas.openxmlformats.org/drawingml/2006/main">
              <a:ext uri="{FF2B5EF4-FFF2-40B4-BE49-F238E27FC236}">
                <a16:creationId xmlns:a16="http://schemas.microsoft.com/office/drawing/2014/main" id="{A6FF95B3-DA47-4C01-9A40-9C5519C760F4}"/>
              </a:ext>
            </a:extLst>
          </p:cNvPr>
          <p:cNvSpPr>
            <a:spLocks xmlns:a="http://schemas.openxmlformats.org/drawingml/2006/main" noGrp="1"/>
          </p:cNvSpPr>
          <p:nvPr/>
        </p:nvSpPr>
        <p:spPr>
          <a:xfrm xmlns:a="http://schemas.openxmlformats.org/drawingml/2006/main">
            <a:off x="523875" y="292608"/>
            <a:ext cx="4286250" cy="161925"/>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992"/>
              </a:lnSpc>
              <a:buNone/>
              <a:defRPr sz="780" b="1">
                <a:solidFill>
                  <a:srgbClr val="00A67E"/>
                </a:solidFill>
                <a:latin typeface="Inter"/>
              </a:defRPr>
            </a:pPr>
            <a:r>
              <a:t>03  ·  KIẾN TRÚC &amp; VẬN HÀNH</a:t>
            </a:r>
            <a:endParaRPr sz="819"/>
          </a:p>
        </p:txBody>
      </p:sp>
      <p:sp>
        <p:nvSpPr>
          <p:cNvPr id="4" name="Text 1">
            <a:extLst xmlns:a="http://schemas.openxmlformats.org/drawingml/2006/main">
              <a:ext uri="{FF2B5EF4-FFF2-40B4-BE49-F238E27FC236}">
                <a16:creationId xmlns:a16="http://schemas.microsoft.com/office/drawing/2014/main" id="{09DD1C8C-841A-4D33-A83B-C4BB17A3F63B}"/>
              </a:ext>
            </a:extLst>
          </p:cNvPr>
          <p:cNvSpPr>
            <a:spLocks xmlns:a="http://schemas.openxmlformats.org/drawingml/2006/main" noGrp="1"/>
          </p:cNvSpPr>
          <p:nvPr/>
        </p:nvSpPr>
        <p:spPr>
          <a:xfrm xmlns:a="http://schemas.openxmlformats.org/drawingml/2006/main">
            <a:off x="521207" y="502920"/>
            <a:ext cx="6583680" cy="809625"/>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algn="l">
              <a:buNone/>
              <a:defRPr sz="1800" b="1">
                <a:solidFill>
                  <a:srgbClr val="121826"/>
                </a:solidFill>
                <a:latin typeface="Inter"/>
              </a:defRPr>
            </a:pPr>
            <a:r>
              <a:t>Kiến trúc phân tầng rõ ràng</a:t>
            </a:r>
          </a:p>
          <a:p xmlns:a="http://schemas.openxmlformats.org/drawingml/2006/main">
            <a:pPr>
              <a:defRPr sz="1600" b="1">
                <a:solidFill>
                  <a:srgbClr val="121826"/>
                </a:solidFill>
                <a:latin typeface="Inter"/>
              </a:defRPr>
            </a:pPr>
            <a:r>
              <a:t>Tách biệt giao diện, nghiệp vụ và cơ sở dữ liệu</a:t>
            </a:r>
          </a:p>
        </p:txBody>
      </p:sp>
      <p:sp>
        <p:nvSpPr>
          <p:cNvPr id="5" name="Shape 2">
            <a:extLst xmlns:a="http://schemas.openxmlformats.org/drawingml/2006/main">
              <a:ext uri="{FF2B5EF4-FFF2-40B4-BE49-F238E27FC236}">
                <a16:creationId xmlns:a16="http://schemas.microsoft.com/office/drawing/2014/main" id="{55779874-298C-4417-AEB9-1E9F94776779}"/>
              </a:ext>
            </a:extLst>
          </p:cNvPr>
          <p:cNvSpPr>
            <a:spLocks xmlns:a="http://schemas.openxmlformats.org/drawingml/2006/main" noGrp="1"/>
          </p:cNvSpPr>
          <p:nvPr/>
        </p:nvSpPr>
        <p:spPr>
          <a:xfrm xmlns:a="http://schemas.openxmlformats.org/drawingml/2006/main">
            <a:off x="7143750" y="-762000"/>
            <a:ext cx="2667000" cy="2667000"/>
          </a:xfrm>
          <a:prstGeom xmlns:a="http://schemas.openxmlformats.org/drawingml/2006/main" prst="ellipse">
            <a:avLst/>
          </a:prstGeom>
          <a:solidFill xmlns:a="http://schemas.openxmlformats.org/drawingml/2006/main">
            <a:srgbClr val="F7D75C"/>
          </a:solidFill>
        </p:spPr>
        <p:txBody xmlns:a="http://schemas.openxmlformats.org/drawingml/2006/main">
          <a:bodyPr/>
          <a:p/>
        </p:txBody>
      </p:sp>
      <p:sp>
        <p:nvSpPr>
          <p:cNvPr id="7" name="Text 4">
            <a:extLst xmlns:a="http://schemas.openxmlformats.org/drawingml/2006/main">
              <a:ext uri="{FF2B5EF4-FFF2-40B4-BE49-F238E27FC236}">
                <a16:creationId xmlns:a16="http://schemas.microsoft.com/office/drawing/2014/main" id="{464D8F46-49D7-4392-AF18-5B82FF49018F}"/>
              </a:ext>
            </a:extLst>
          </p:cNvPr>
          <p:cNvSpPr>
            <a:spLocks xmlns:a="http://schemas.openxmlformats.org/drawingml/2006/main" noGrp="1"/>
          </p:cNvSpPr>
          <p:nvPr/>
        </p:nvSpPr>
        <p:spPr>
          <a:xfrm xmlns:a="http://schemas.openxmlformats.org/drawingml/2006/main">
            <a:off x="523875" y="2238375"/>
            <a:ext cx="1190625" cy="228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ts val="1273"/>
              </a:lnSpc>
              <a:buNone/>
              <a:defRPr b="1" sz="1200">
                <a:solidFill>
                  <a:srgbClr val="121826"/>
                </a:solidFill>
                <a:latin typeface="Inter"/>
              </a:defRPr>
            </a:pPr>
            <a:r>
              <a:t>Trình duyệt</a:t>
            </a:r>
            <a:endParaRPr sz="998"/>
          </a:p>
        </p:txBody>
      </p:sp>
      <p:sp>
        <p:nvSpPr>
          <p:cNvPr id="8" name="Text 5">
            <a:extLst xmlns:a="http://schemas.openxmlformats.org/drawingml/2006/main">
              <a:ext uri="{FF2B5EF4-FFF2-40B4-BE49-F238E27FC236}">
                <a16:creationId xmlns:a16="http://schemas.microsoft.com/office/drawing/2014/main" id="{DC8F2C84-C51B-4141-AE95-D171570A9BB9}"/>
              </a:ext>
            </a:extLst>
          </p:cNvPr>
          <p:cNvSpPr>
            <a:spLocks xmlns:a="http://schemas.openxmlformats.org/drawingml/2006/main" noGrp="1"/>
          </p:cNvSpPr>
          <p:nvPr/>
        </p:nvSpPr>
        <p:spPr>
          <a:xfrm xmlns:a="http://schemas.openxmlformats.org/drawingml/2006/main">
            <a:off x="523875" y="2500313"/>
            <a:ext cx="1190625" cy="1905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ts val="992"/>
              </a:lnSpc>
              <a:buNone/>
              <a:defRPr sz="850">
                <a:solidFill>
                  <a:srgbClr val="475467"/>
                </a:solidFill>
                <a:latin typeface="Inter"/>
              </a:defRPr>
            </a:pPr>
            <a:r>
              <a:t>Người dùng thao tác</a:t>
            </a:r>
            <a:endParaRPr sz="819"/>
          </a:p>
        </p:txBody>
      </p:sp>
      <p:sp>
        <p:nvSpPr>
          <p:cNvPr id="9" name="Shape 6">
            <a:extLst xmlns:a="http://schemas.openxmlformats.org/drawingml/2006/main">
              <a:ext uri="{FF2B5EF4-FFF2-40B4-BE49-F238E27FC236}">
                <a16:creationId xmlns:a16="http://schemas.microsoft.com/office/drawing/2014/main" id="{CF15AF9A-C7D8-449E-AEF0-88CC75AC7BA9}"/>
              </a:ext>
            </a:extLst>
          </p:cNvPr>
          <p:cNvSpPr>
            <a:spLocks xmlns:a="http://schemas.openxmlformats.org/drawingml/2006/main" noGrp="1"/>
          </p:cNvSpPr>
          <p:nvPr/>
        </p:nvSpPr>
        <p:spPr>
          <a:xfrm xmlns:a="http://schemas.openxmlformats.org/drawingml/2006/main">
            <a:off x="523875" y="2857500"/>
            <a:ext cx="1190625" cy="47625"/>
          </a:xfrm>
          <a:prstGeom xmlns:a="http://schemas.openxmlformats.org/drawingml/2006/main" prst="rect">
            <a:avLst/>
          </a:prstGeom>
          <a:solidFill xmlns:a="http://schemas.openxmlformats.org/drawingml/2006/main">
            <a:srgbClr val="00A67E"/>
          </a:solidFill>
        </p:spPr>
        <p:txBody xmlns:a="http://schemas.openxmlformats.org/drawingml/2006/main">
          <a:bodyPr/>
          <a:p/>
        </p:txBody>
      </p:sp>
      <p:sp>
        <p:nvSpPr>
          <p:cNvPr id="10" name="Text 7">
            <a:extLst xmlns:a="http://schemas.openxmlformats.org/drawingml/2006/main">
              <a:ext uri="{FF2B5EF4-FFF2-40B4-BE49-F238E27FC236}">
                <a16:creationId xmlns:a16="http://schemas.microsoft.com/office/drawing/2014/main" id="{E363307E-D0F3-4A7A-AF28-AD9B36013A4E}"/>
              </a:ext>
            </a:extLst>
          </p:cNvPr>
          <p:cNvSpPr>
            <a:spLocks xmlns:a="http://schemas.openxmlformats.org/drawingml/2006/main" noGrp="1"/>
          </p:cNvSpPr>
          <p:nvPr/>
        </p:nvSpPr>
        <p:spPr>
          <a:xfrm xmlns:a="http://schemas.openxmlformats.org/drawingml/2006/main">
            <a:off x="1738313" y="2286000"/>
            <a:ext cx="214313" cy="261937"/>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ts val="1727"/>
              </a:lnSpc>
              <a:buNone/>
            </a:pPr>
            <a:r>
              <a:rPr sz="1354" b="1">
                <a:solidFill>
                  <a:srgbClr val="0B2235">
                    <a:alpha val="99000"/>
                  </a:srgbClr>
                </a:solidFill>
                <a:latin typeface="Space Grotesk"/>
                <a:ea typeface="Space Grotesk"/>
                <a:cs typeface="Space Grotesk"/>
              </a:rPr>
              <a:t>→</a:t>
            </a:r>
            <a:endParaRPr sz="1354"/>
          </a:p>
        </p:txBody>
      </p:sp>
      <p:sp>
        <p:nvSpPr>
          <p:cNvPr id="11" name="Text 8">
            <a:extLst xmlns:a="http://schemas.openxmlformats.org/drawingml/2006/main">
              <a:ext uri="{FF2B5EF4-FFF2-40B4-BE49-F238E27FC236}">
                <a16:creationId xmlns:a16="http://schemas.microsoft.com/office/drawing/2014/main" id="{5F534C3E-B36A-44C0-AF9B-7C39A503DF6A}"/>
              </a:ext>
            </a:extLst>
          </p:cNvPr>
          <p:cNvSpPr>
            <a:spLocks xmlns:a="http://schemas.openxmlformats.org/drawingml/2006/main" noGrp="1"/>
          </p:cNvSpPr>
          <p:nvPr/>
        </p:nvSpPr>
        <p:spPr>
          <a:xfrm xmlns:a="http://schemas.openxmlformats.org/drawingml/2006/main">
            <a:off x="1952625" y="2238375"/>
            <a:ext cx="1381125" cy="228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ts val="1273"/>
              </a:lnSpc>
              <a:buNone/>
              <a:defRPr b="1" sz="1200">
                <a:solidFill>
                  <a:srgbClr val="121826"/>
                </a:solidFill>
                <a:latin typeface="Inter"/>
              </a:defRPr>
            </a:pPr>
            <a:r>
              <a:t>BLAZOR UI</a:t>
            </a:r>
            <a:endParaRPr sz="998"/>
          </a:p>
        </p:txBody>
      </p:sp>
      <p:sp>
        <p:nvSpPr>
          <p:cNvPr id="12" name="Text 9">
            <a:extLst xmlns:a="http://schemas.openxmlformats.org/drawingml/2006/main">
              <a:ext uri="{FF2B5EF4-FFF2-40B4-BE49-F238E27FC236}">
                <a16:creationId xmlns:a16="http://schemas.microsoft.com/office/drawing/2014/main" id="{D097DF06-F3C3-4D9B-8000-13E378624CD9}"/>
              </a:ext>
            </a:extLst>
          </p:cNvPr>
          <p:cNvSpPr>
            <a:spLocks xmlns:a="http://schemas.openxmlformats.org/drawingml/2006/main" noGrp="1"/>
          </p:cNvSpPr>
          <p:nvPr/>
        </p:nvSpPr>
        <p:spPr>
          <a:xfrm xmlns:a="http://schemas.openxmlformats.org/drawingml/2006/main">
            <a:off x="1952625" y="2500313"/>
            <a:ext cx="1381125" cy="1905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ts val="992"/>
              </a:lnSpc>
              <a:buNone/>
              <a:defRPr sz="850">
                <a:solidFill>
                  <a:srgbClr val="475467"/>
                </a:solidFill>
                <a:latin typeface="Inter"/>
              </a:defRPr>
            </a:pPr>
            <a:r>
              <a:t>Interactive Server</a:t>
            </a:r>
            <a:endParaRPr sz="819"/>
          </a:p>
        </p:txBody>
      </p:sp>
      <p:sp>
        <p:nvSpPr>
          <p:cNvPr id="13" name="Shape 10">
            <a:extLst xmlns:a="http://schemas.openxmlformats.org/drawingml/2006/main">
              <a:ext uri="{FF2B5EF4-FFF2-40B4-BE49-F238E27FC236}">
                <a16:creationId xmlns:a16="http://schemas.microsoft.com/office/drawing/2014/main" id="{AE92710A-46EA-4F9E-98B6-A960DB91A0BB}"/>
              </a:ext>
            </a:extLst>
          </p:cNvPr>
          <p:cNvSpPr>
            <a:spLocks xmlns:a="http://schemas.openxmlformats.org/drawingml/2006/main" noGrp="1"/>
          </p:cNvSpPr>
          <p:nvPr/>
        </p:nvSpPr>
        <p:spPr>
          <a:xfrm xmlns:a="http://schemas.openxmlformats.org/drawingml/2006/main">
            <a:off x="1952625" y="2857500"/>
            <a:ext cx="1381125" cy="47625"/>
          </a:xfrm>
          <a:prstGeom xmlns:a="http://schemas.openxmlformats.org/drawingml/2006/main" prst="rect">
            <a:avLst/>
          </a:prstGeom>
          <a:solidFill xmlns:a="http://schemas.openxmlformats.org/drawingml/2006/main">
            <a:srgbClr val="00A67E"/>
          </a:solidFill>
        </p:spPr>
        <p:txBody xmlns:a="http://schemas.openxmlformats.org/drawingml/2006/main">
          <a:bodyPr/>
          <a:p/>
        </p:txBody>
      </p:sp>
      <p:sp>
        <p:nvSpPr>
          <p:cNvPr id="14" name="Text 11">
            <a:extLst xmlns:a="http://schemas.openxmlformats.org/drawingml/2006/main">
              <a:ext uri="{FF2B5EF4-FFF2-40B4-BE49-F238E27FC236}">
                <a16:creationId xmlns:a16="http://schemas.microsoft.com/office/drawing/2014/main" id="{4C63946C-BB14-4631-BD3B-35D633DCA305}"/>
              </a:ext>
            </a:extLst>
          </p:cNvPr>
          <p:cNvSpPr>
            <a:spLocks xmlns:a="http://schemas.openxmlformats.org/drawingml/2006/main" noGrp="1"/>
          </p:cNvSpPr>
          <p:nvPr/>
        </p:nvSpPr>
        <p:spPr>
          <a:xfrm xmlns:a="http://schemas.openxmlformats.org/drawingml/2006/main">
            <a:off x="3357563" y="2286000"/>
            <a:ext cx="214313" cy="261937"/>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ts val="1727"/>
              </a:lnSpc>
              <a:buNone/>
            </a:pPr>
            <a:r>
              <a:rPr sz="1354" b="1">
                <a:solidFill>
                  <a:srgbClr val="0B2235">
                    <a:alpha val="99000"/>
                  </a:srgbClr>
                </a:solidFill>
                <a:latin typeface="Space Grotesk"/>
                <a:ea typeface="Space Grotesk"/>
                <a:cs typeface="Space Grotesk"/>
              </a:rPr>
              <a:t>→</a:t>
            </a:r>
            <a:endParaRPr sz="1354"/>
          </a:p>
        </p:txBody>
      </p:sp>
      <p:sp>
        <p:nvSpPr>
          <p:cNvPr id="15" name="Text 12">
            <a:extLst xmlns:a="http://schemas.openxmlformats.org/drawingml/2006/main">
              <a:ext uri="{FF2B5EF4-FFF2-40B4-BE49-F238E27FC236}">
                <a16:creationId xmlns:a16="http://schemas.microsoft.com/office/drawing/2014/main" id="{4884BF16-E1A9-454F-BFE8-D7C9365EB5CA}"/>
              </a:ext>
            </a:extLst>
          </p:cNvPr>
          <p:cNvSpPr>
            <a:spLocks xmlns:a="http://schemas.openxmlformats.org/drawingml/2006/main" noGrp="1"/>
          </p:cNvSpPr>
          <p:nvPr/>
        </p:nvSpPr>
        <p:spPr>
          <a:xfrm xmlns:a="http://schemas.openxmlformats.org/drawingml/2006/main">
            <a:off x="3571875" y="2238375"/>
            <a:ext cx="1476375" cy="228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ts val="1273"/>
              </a:lnSpc>
              <a:buNone/>
              <a:defRPr b="1" sz="1200">
                <a:solidFill>
                  <a:srgbClr val="121826"/>
                </a:solidFill>
                <a:latin typeface="Inter"/>
              </a:defRPr>
            </a:pPr>
            <a:r>
              <a:t>WEB API</a:t>
            </a:r>
            <a:endParaRPr sz="998"/>
          </a:p>
        </p:txBody>
      </p:sp>
      <p:sp>
        <p:nvSpPr>
          <p:cNvPr id="16" name="Text 13">
            <a:extLst xmlns:a="http://schemas.openxmlformats.org/drawingml/2006/main">
              <a:ext uri="{FF2B5EF4-FFF2-40B4-BE49-F238E27FC236}">
                <a16:creationId xmlns:a16="http://schemas.microsoft.com/office/drawing/2014/main" id="{D04315D3-42AA-46CA-A98C-284D488C43DD}"/>
              </a:ext>
            </a:extLst>
          </p:cNvPr>
          <p:cNvSpPr>
            <a:spLocks xmlns:a="http://schemas.openxmlformats.org/drawingml/2006/main" noGrp="1"/>
          </p:cNvSpPr>
          <p:nvPr/>
        </p:nvSpPr>
        <p:spPr>
          <a:xfrm xmlns:a="http://schemas.openxmlformats.org/drawingml/2006/main">
            <a:off x="3571875" y="2500313"/>
            <a:ext cx="1476375" cy="1905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ts val="992"/>
              </a:lnSpc>
              <a:buNone/>
              <a:defRPr sz="850">
                <a:solidFill>
                  <a:srgbClr val="475467"/>
                </a:solidFill>
                <a:latin typeface="Inter"/>
              </a:defRPr>
            </a:pPr>
            <a:r>
              <a:t>ASP.NET Core RESTful</a:t>
            </a:r>
            <a:endParaRPr sz="819"/>
          </a:p>
        </p:txBody>
      </p:sp>
      <p:sp>
        <p:nvSpPr>
          <p:cNvPr id="17" name="Shape 14">
            <a:extLst xmlns:a="http://schemas.openxmlformats.org/drawingml/2006/main">
              <a:ext uri="{FF2B5EF4-FFF2-40B4-BE49-F238E27FC236}">
                <a16:creationId xmlns:a16="http://schemas.microsoft.com/office/drawing/2014/main" id="{3E494996-BBCB-4AE5-9582-E8089D2E20A5}"/>
              </a:ext>
            </a:extLst>
          </p:cNvPr>
          <p:cNvSpPr>
            <a:spLocks xmlns:a="http://schemas.openxmlformats.org/drawingml/2006/main" noGrp="1"/>
          </p:cNvSpPr>
          <p:nvPr/>
        </p:nvSpPr>
        <p:spPr>
          <a:xfrm xmlns:a="http://schemas.openxmlformats.org/drawingml/2006/main">
            <a:off x="3571875" y="2857500"/>
            <a:ext cx="1476375" cy="47625"/>
          </a:xfrm>
          <a:prstGeom xmlns:a="http://schemas.openxmlformats.org/drawingml/2006/main" prst="rect">
            <a:avLst/>
          </a:prstGeom>
          <a:solidFill xmlns:a="http://schemas.openxmlformats.org/drawingml/2006/main">
            <a:srgbClr val="00A67E"/>
          </a:solidFill>
        </p:spPr>
        <p:txBody xmlns:a="http://schemas.openxmlformats.org/drawingml/2006/main">
          <a:bodyPr/>
          <a:p/>
        </p:txBody>
      </p:sp>
      <p:sp>
        <p:nvSpPr>
          <p:cNvPr id="18" name="Text 15">
            <a:extLst xmlns:a="http://schemas.openxmlformats.org/drawingml/2006/main">
              <a:ext uri="{FF2B5EF4-FFF2-40B4-BE49-F238E27FC236}">
                <a16:creationId xmlns:a16="http://schemas.microsoft.com/office/drawing/2014/main" id="{C8739E2E-3C08-42F9-BA5B-220FBE7C7D53}"/>
              </a:ext>
            </a:extLst>
          </p:cNvPr>
          <p:cNvSpPr>
            <a:spLocks xmlns:a="http://schemas.openxmlformats.org/drawingml/2006/main" noGrp="1"/>
          </p:cNvSpPr>
          <p:nvPr/>
        </p:nvSpPr>
        <p:spPr>
          <a:xfrm xmlns:a="http://schemas.openxmlformats.org/drawingml/2006/main">
            <a:off x="5072063" y="2286000"/>
            <a:ext cx="214313" cy="261937"/>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ts val="1727"/>
              </a:lnSpc>
              <a:buNone/>
            </a:pPr>
            <a:r>
              <a:rPr sz="1354" b="1">
                <a:solidFill>
                  <a:srgbClr val="0B2235">
                    <a:alpha val="99000"/>
                  </a:srgbClr>
                </a:solidFill>
                <a:latin typeface="Space Grotesk"/>
                <a:ea typeface="Space Grotesk"/>
                <a:cs typeface="Space Grotesk"/>
              </a:rPr>
              <a:t>→</a:t>
            </a:r>
            <a:endParaRPr sz="1354"/>
          </a:p>
        </p:txBody>
      </p:sp>
      <p:sp>
        <p:nvSpPr>
          <p:cNvPr id="19" name="Text 16">
            <a:extLst xmlns:a="http://schemas.openxmlformats.org/drawingml/2006/main">
              <a:ext uri="{FF2B5EF4-FFF2-40B4-BE49-F238E27FC236}">
                <a16:creationId xmlns:a16="http://schemas.microsoft.com/office/drawing/2014/main" id="{D6137A4D-F408-40AE-AFE6-0B302D554B53}"/>
              </a:ext>
            </a:extLst>
          </p:cNvPr>
          <p:cNvSpPr>
            <a:spLocks xmlns:a="http://schemas.openxmlformats.org/drawingml/2006/main" noGrp="1"/>
          </p:cNvSpPr>
          <p:nvPr/>
        </p:nvSpPr>
        <p:spPr>
          <a:xfrm xmlns:a="http://schemas.openxmlformats.org/drawingml/2006/main">
            <a:off x="5286375" y="2238375"/>
            <a:ext cx="1571625" cy="228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ts val="1273"/>
              </a:lnSpc>
              <a:buNone/>
              <a:defRPr b="1" sz="1200">
                <a:solidFill>
                  <a:srgbClr val="121826"/>
                </a:solidFill>
                <a:latin typeface="Inter"/>
              </a:defRPr>
            </a:pPr>
            <a:r>
              <a:t>APPLICATION</a:t>
            </a:r>
            <a:endParaRPr sz="998"/>
          </a:p>
        </p:txBody>
      </p:sp>
      <p:sp>
        <p:nvSpPr>
          <p:cNvPr id="20" name="Text 17">
            <a:extLst xmlns:a="http://schemas.openxmlformats.org/drawingml/2006/main">
              <a:ext uri="{FF2B5EF4-FFF2-40B4-BE49-F238E27FC236}">
                <a16:creationId xmlns:a16="http://schemas.microsoft.com/office/drawing/2014/main" id="{7F2D7E2F-FE8A-4BEC-A73D-5688EF53577D}"/>
              </a:ext>
            </a:extLst>
          </p:cNvPr>
          <p:cNvSpPr>
            <a:spLocks xmlns:a="http://schemas.openxmlformats.org/drawingml/2006/main" noGrp="1"/>
          </p:cNvSpPr>
          <p:nvPr/>
        </p:nvSpPr>
        <p:spPr>
          <a:xfrm xmlns:a="http://schemas.openxmlformats.org/drawingml/2006/main">
            <a:off x="5286375" y="2500313"/>
            <a:ext cx="1571625" cy="1905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ts val="992"/>
              </a:lnSpc>
              <a:buNone/>
              <a:defRPr sz="850">
                <a:solidFill>
                  <a:srgbClr val="475467"/>
                </a:solidFill>
                <a:latin typeface="Inter"/>
              </a:defRPr>
            </a:pPr>
            <a:r>
              <a:t>Nghiệp vụ cốt lõi</a:t>
            </a:r>
            <a:endParaRPr sz="819"/>
          </a:p>
        </p:txBody>
      </p:sp>
      <p:sp>
        <p:nvSpPr>
          <p:cNvPr id="21" name="Shape 18">
            <a:extLst xmlns:a="http://schemas.openxmlformats.org/drawingml/2006/main">
              <a:ext uri="{FF2B5EF4-FFF2-40B4-BE49-F238E27FC236}">
                <a16:creationId xmlns:a16="http://schemas.microsoft.com/office/drawing/2014/main" id="{EEAAA6F4-3C51-4583-8C4B-5AB66EE8934D}"/>
              </a:ext>
            </a:extLst>
          </p:cNvPr>
          <p:cNvSpPr>
            <a:spLocks xmlns:a="http://schemas.openxmlformats.org/drawingml/2006/main" noGrp="1"/>
          </p:cNvSpPr>
          <p:nvPr/>
        </p:nvSpPr>
        <p:spPr>
          <a:xfrm xmlns:a="http://schemas.openxmlformats.org/drawingml/2006/main">
            <a:off x="5286375" y="2857500"/>
            <a:ext cx="1571625" cy="47625"/>
          </a:xfrm>
          <a:prstGeom xmlns:a="http://schemas.openxmlformats.org/drawingml/2006/main" prst="rect">
            <a:avLst/>
          </a:prstGeom>
          <a:solidFill xmlns:a="http://schemas.openxmlformats.org/drawingml/2006/main">
            <a:srgbClr val="00A67E"/>
          </a:solidFill>
        </p:spPr>
        <p:txBody xmlns:a="http://schemas.openxmlformats.org/drawingml/2006/main">
          <a:bodyPr/>
          <a:p/>
        </p:txBody>
      </p:sp>
      <p:sp>
        <p:nvSpPr>
          <p:cNvPr id="22" name="Text 19">
            <a:extLst xmlns:a="http://schemas.openxmlformats.org/drawingml/2006/main">
              <a:ext uri="{FF2B5EF4-FFF2-40B4-BE49-F238E27FC236}">
                <a16:creationId xmlns:a16="http://schemas.microsoft.com/office/drawing/2014/main" id="{031C3488-01F0-47CA-9C5B-20D875C716EF}"/>
              </a:ext>
            </a:extLst>
          </p:cNvPr>
          <p:cNvSpPr>
            <a:spLocks xmlns:a="http://schemas.openxmlformats.org/drawingml/2006/main" noGrp="1"/>
          </p:cNvSpPr>
          <p:nvPr/>
        </p:nvSpPr>
        <p:spPr>
          <a:xfrm xmlns:a="http://schemas.openxmlformats.org/drawingml/2006/main">
            <a:off x="6881813" y="2286000"/>
            <a:ext cx="214313" cy="261937"/>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ts val="1727"/>
              </a:lnSpc>
              <a:buNone/>
            </a:pPr>
            <a:r>
              <a:rPr sz="1354" b="1">
                <a:solidFill>
                  <a:srgbClr val="0B2235">
                    <a:alpha val="99000"/>
                  </a:srgbClr>
                </a:solidFill>
                <a:latin typeface="Space Grotesk"/>
                <a:ea typeface="Space Grotesk"/>
                <a:cs typeface="Space Grotesk"/>
              </a:rPr>
              <a:t>→</a:t>
            </a:r>
            <a:endParaRPr sz="1354"/>
          </a:p>
        </p:txBody>
      </p:sp>
      <p:sp>
        <p:nvSpPr>
          <p:cNvPr id="23" name="Text 20">
            <a:extLst xmlns:a="http://schemas.openxmlformats.org/drawingml/2006/main">
              <a:ext uri="{FF2B5EF4-FFF2-40B4-BE49-F238E27FC236}">
                <a16:creationId xmlns:a16="http://schemas.microsoft.com/office/drawing/2014/main" id="{D461CCF6-FF2F-485A-B8C7-167C5156F780}"/>
              </a:ext>
            </a:extLst>
          </p:cNvPr>
          <p:cNvSpPr>
            <a:spLocks xmlns:a="http://schemas.openxmlformats.org/drawingml/2006/main" noGrp="1"/>
          </p:cNvSpPr>
          <p:nvPr/>
        </p:nvSpPr>
        <p:spPr>
          <a:xfrm xmlns:a="http://schemas.openxmlformats.org/drawingml/2006/main">
            <a:off x="7096125" y="2238375"/>
            <a:ext cx="142875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ts val="1273"/>
              </a:lnSpc>
              <a:buNone/>
              <a:defRPr b="1" sz="1200">
                <a:solidFill>
                  <a:srgbClr val="121826"/>
                </a:solidFill>
                <a:latin typeface="Inter"/>
              </a:defRPr>
            </a:pPr>
            <a:r>
              <a:t>SQL SERVER</a:t>
            </a:r>
            <a:endParaRPr sz="998"/>
          </a:p>
        </p:txBody>
      </p:sp>
      <p:sp>
        <p:nvSpPr>
          <p:cNvPr id="24" name="Text 21">
            <a:extLst xmlns:a="http://schemas.openxmlformats.org/drawingml/2006/main">
              <a:ext uri="{FF2B5EF4-FFF2-40B4-BE49-F238E27FC236}">
                <a16:creationId xmlns:a16="http://schemas.microsoft.com/office/drawing/2014/main" id="{0F44B007-A33C-477C-8ADE-DA5EEFB8CD0C}"/>
              </a:ext>
            </a:extLst>
          </p:cNvPr>
          <p:cNvSpPr>
            <a:spLocks xmlns:a="http://schemas.openxmlformats.org/drawingml/2006/main" noGrp="1"/>
          </p:cNvSpPr>
          <p:nvPr/>
        </p:nvSpPr>
        <p:spPr>
          <a:xfrm xmlns:a="http://schemas.openxmlformats.org/drawingml/2006/main">
            <a:off x="7096125" y="2500313"/>
            <a:ext cx="1428750" cy="1905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ts val="992"/>
              </a:lnSpc>
              <a:buNone/>
              <a:defRPr sz="850">
                <a:solidFill>
                  <a:srgbClr val="475467"/>
                </a:solidFill>
                <a:latin typeface="Inter"/>
              </a:defRPr>
            </a:pPr>
            <a:r>
              <a:t>EF Core lưu trữ</a:t>
            </a:r>
            <a:endParaRPr sz="819"/>
          </a:p>
        </p:txBody>
      </p:sp>
      <p:sp>
        <p:nvSpPr>
          <p:cNvPr id="25" name="Shape 22">
            <a:extLst xmlns:a="http://schemas.openxmlformats.org/drawingml/2006/main">
              <a:ext uri="{FF2B5EF4-FFF2-40B4-BE49-F238E27FC236}">
                <a16:creationId xmlns:a16="http://schemas.microsoft.com/office/drawing/2014/main" id="{6B434EA2-12FA-46FD-93B5-FE1E9D27C1F7}"/>
              </a:ext>
            </a:extLst>
          </p:cNvPr>
          <p:cNvSpPr>
            <a:spLocks xmlns:a="http://schemas.openxmlformats.org/drawingml/2006/main" noGrp="1"/>
          </p:cNvSpPr>
          <p:nvPr/>
        </p:nvSpPr>
        <p:spPr>
          <a:xfrm xmlns:a="http://schemas.openxmlformats.org/drawingml/2006/main">
            <a:off x="7096125" y="2857500"/>
            <a:ext cx="1428750" cy="47625"/>
          </a:xfrm>
          <a:prstGeom xmlns:a="http://schemas.openxmlformats.org/drawingml/2006/main" prst="rect">
            <a:avLst/>
          </a:prstGeom>
          <a:solidFill xmlns:a="http://schemas.openxmlformats.org/drawingml/2006/main">
            <a:srgbClr val="00A67E"/>
          </a:solidFill>
        </p:spPr>
        <p:txBody xmlns:a="http://schemas.openxmlformats.org/drawingml/2006/main">
          <a:bodyPr/>
          <a:p/>
        </p:txBody>
      </p:sp>
      <p:sp>
        <p:nvSpPr>
          <p:cNvPr id="26" name="Shape 23">
            <a:extLst xmlns:a="http://schemas.openxmlformats.org/drawingml/2006/main">
              <a:ext uri="{FF2B5EF4-FFF2-40B4-BE49-F238E27FC236}">
                <a16:creationId xmlns:a16="http://schemas.microsoft.com/office/drawing/2014/main" id="{9CA8B929-E96B-4829-9A80-AAB899091931}"/>
              </a:ext>
            </a:extLst>
          </p:cNvPr>
          <p:cNvSpPr>
            <a:spLocks xmlns:a="http://schemas.openxmlformats.org/drawingml/2006/main" noGrp="1"/>
          </p:cNvSpPr>
          <p:nvPr/>
        </p:nvSpPr>
        <p:spPr>
          <a:xfrm xmlns:a="http://schemas.openxmlformats.org/drawingml/2006/main">
            <a:off x="0" y="3619500"/>
            <a:ext cx="9144000" cy="1524000"/>
          </a:xfrm>
          <a:prstGeom xmlns:a="http://schemas.openxmlformats.org/drawingml/2006/main" prst="rect">
            <a:avLst/>
          </a:prstGeom>
          <a:solidFill xmlns:a="http://schemas.openxmlformats.org/drawingml/2006/main">
            <a:srgbClr val="0B2235"/>
          </a:solidFill>
        </p:spPr>
        <p:txBody xmlns:a="http://schemas.openxmlformats.org/drawingml/2006/main">
          <a:bodyPr/>
          <a:p/>
        </p:txBody>
      </p:sp>
      <p:sp>
        <p:nvSpPr>
          <p:cNvPr id="27" name="Text 24">
            <a:extLst xmlns:a="http://schemas.openxmlformats.org/drawingml/2006/main">
              <a:ext uri="{FF2B5EF4-FFF2-40B4-BE49-F238E27FC236}">
                <a16:creationId xmlns:a16="http://schemas.microsoft.com/office/drawing/2014/main" id="{FC7146B9-A84F-41F4-A421-913B9B93AAE0}"/>
              </a:ext>
            </a:extLst>
          </p:cNvPr>
          <p:cNvSpPr>
            <a:spLocks xmlns:a="http://schemas.openxmlformats.org/drawingml/2006/main" noGrp="1"/>
          </p:cNvSpPr>
          <p:nvPr/>
        </p:nvSpPr>
        <p:spPr>
          <a:xfrm xmlns:a="http://schemas.openxmlformats.org/drawingml/2006/main">
            <a:off x="521207" y="3794760"/>
            <a:ext cx="4572000" cy="214313"/>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93"/>
              </a:lnSpc>
              <a:buNone/>
              <a:defRPr sz="800" b="1">
                <a:solidFill>
                  <a:srgbClr val="00A67E"/>
                </a:solidFill>
                <a:latin typeface="Inter"/>
              </a:defRPr>
            </a:pPr>
            <a:r>
              <a:t>NGUYÊN TẮC AN TOÀN &amp; VẬN HÀNH HỆ THỐNG</a:t>
            </a:r>
            <a:endParaRPr sz="1069"/>
          </a:p>
        </p:txBody>
      </p:sp>
      <p:sp>
        <p:nvSpPr>
          <p:cNvPr id="30" name="Text 27">
            <a:extLst xmlns:a="http://schemas.openxmlformats.org/drawingml/2006/main">
              <a:ext uri="{FF2B5EF4-FFF2-40B4-BE49-F238E27FC236}">
                <a16:creationId xmlns:a16="http://schemas.microsoft.com/office/drawing/2014/main" id="{ACB20A5B-1D54-44EC-AA31-5913DAD399A5}"/>
              </a:ext>
            </a:extLst>
          </p:cNvPr>
          <p:cNvSpPr>
            <a:spLocks xmlns:a="http://schemas.openxmlformats.org/drawingml/2006/main" noGrp="1"/>
          </p:cNvSpPr>
          <p:nvPr/>
        </p:nvSpPr>
        <p:spPr>
          <a:xfrm xmlns:a="http://schemas.openxmlformats.org/drawingml/2006/main">
            <a:off x="8429625" y="4810125"/>
            <a:ext cx="333375" cy="13335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lnSpc>
                <a:spcPts val="905"/>
              </a:lnSpc>
              <a:buNone/>
              <a:defRPr sz="850" b="1">
                <a:solidFill>
                  <a:srgbClr val="121826"/>
                </a:solidFill>
                <a:latin typeface="Inter"/>
              </a:defRPr>
            </a:pPr>
            <a:r>
              <a:t>03</a:t>
            </a:r>
            <a:endParaRPr sz="748"/>
          </a:p>
        </p:txBody>
      </p:sp>
      <p:sp>
        <p:nvSpPr>
          <p:cNvPr id="31" name="Shape 28">
            <a:extLst xmlns:a="http://schemas.openxmlformats.org/drawingml/2006/main">
              <a:ext uri="{FF2B5EF4-FFF2-40B4-BE49-F238E27FC236}">
                <a16:creationId xmlns:a16="http://schemas.microsoft.com/office/drawing/2014/main" id="{C5AF9333-E261-4905-8F0E-B8721DB18AEB}"/>
              </a:ext>
            </a:extLst>
          </p:cNvPr>
          <p:cNvSpPr>
            <a:spLocks xmlns:a="http://schemas.openxmlformats.org/drawingml/2006/main" noGrp="1"/>
          </p:cNvSpPr>
          <p:nvPr/>
        </p:nvSpPr>
        <p:spPr>
          <a:xfrm xmlns:a="http://schemas.openxmlformats.org/drawingml/2006/main">
            <a:off x="523875" y="4876800"/>
            <a:ext cx="7143750" cy="14288"/>
          </a:xfrm>
          <a:prstGeom xmlns:a="http://schemas.openxmlformats.org/drawingml/2006/main" prst="rect">
            <a:avLst/>
          </a:prstGeom>
          <a:solidFill xmlns:a="http://schemas.openxmlformats.org/drawingml/2006/main">
            <a:srgbClr val="00A67E"/>
          </a:solidFill>
        </p:spPr>
        <p:txBody xmlns:a="http://schemas.openxmlformats.org/drawingml/2006/main">
          <a:bodyPr/>
          <a:p/>
        </p:txBody>
      </p:sp>
      <p:sp xmlns:a="http://schemas.openxmlformats.org/drawingml/2006/main">
        <p:nvSpPr>
          <p:cNvPr id="32" name="Banner Col 1"/>
          <p:cNvSpPr txBox="1"/>
          <p:nvPr/>
        </p:nvSpPr>
        <p:spPr>
          <a:xfrm>
            <a:off x="521207" y="4041648"/>
            <a:ext cx="2514600" cy="777240"/>
          </a:xfrm>
          <a:prstGeom prst="rect">
            <a:avLst/>
          </a:prstGeom>
          <a:noFill/>
        </p:spPr>
        <p:txBody>
          <a:bodyPr wrap="square" lIns="0" tIns="0" rIns="0" bIns="0">
            <a:spAutoFit/>
          </a:bodyPr>
          <a:lstStyle/>
          <a:p>
            <a:pPr>
              <a:defRPr sz="1100" b="1">
                <a:solidFill>
                  <a:srgbClr val="FFFFFF"/>
                </a:solidFill>
                <a:latin typeface="Inter"/>
              </a:defRPr>
            </a:pPr>
            <a:r>
              <a:t>Phân quyền rõ ràng</a:t>
            </a:r>
          </a:p>
          <a:p>
            <a:pPr>
              <a:defRPr sz="819">
                <a:solidFill>
                  <a:srgbClr val="B4C3D2"/>
                </a:solidFill>
                <a:latin typeface="Inter"/>
              </a:defRPr>
            </a:pPr>
            <a:r>
              <a:t>Nhân viên chỉ đặt hàng, chỉ quản lý mới được duyệt và chốt kỳ.</a:t>
            </a:r>
          </a:p>
        </p:txBody>
      </p:sp>
      <p:sp xmlns:a="http://schemas.openxmlformats.org/drawingml/2006/main">
        <p:nvSpPr>
          <p:cNvPr id="33" name="Banner Col 2"/>
          <p:cNvSpPr txBox="1"/>
          <p:nvPr/>
        </p:nvSpPr>
        <p:spPr>
          <a:xfrm>
            <a:off x="3291840" y="4041648"/>
            <a:ext cx="2514600" cy="777240"/>
          </a:xfrm>
          <a:prstGeom prst="rect">
            <a:avLst/>
          </a:prstGeom>
          <a:noFill/>
        </p:spPr>
        <p:txBody>
          <a:bodyPr wrap="square" lIns="0" tIns="0" rIns="0" bIns="0">
            <a:spAutoFit/>
          </a:bodyPr>
          <a:lstStyle/>
          <a:p>
            <a:pPr>
              <a:defRPr sz="1100" b="1">
                <a:solidFill>
                  <a:srgbClr val="FFFFFF"/>
                </a:solidFill>
                <a:latin typeface="Inter"/>
              </a:defRPr>
            </a:pPr>
            <a:r>
              <a:t>Toàn vẹn dữ liệu</a:t>
            </a:r>
          </a:p>
          <a:p>
            <a:pPr>
              <a:defRPr sz="819">
                <a:solidFill>
                  <a:srgbClr val="B4C3D2"/>
                </a:solidFill>
                <a:latin typeface="Inter"/>
              </a:defRPr>
            </a:pPr>
            <a:r>
              <a:t>Tự động tính tiền theo đơn giá và áp dụng thuế, ngăn chặn sai sót hay trùng lặp đơn.</a:t>
            </a:r>
          </a:p>
        </p:txBody>
      </p:sp>
      <p:sp xmlns:a="http://schemas.openxmlformats.org/drawingml/2006/main">
        <p:nvSpPr>
          <p:cNvPr id="34" name="Banner Col 3"/>
          <p:cNvSpPr txBox="1"/>
          <p:nvPr/>
        </p:nvSpPr>
        <p:spPr>
          <a:xfrm>
            <a:off x="6080760" y="4041648"/>
            <a:ext cx="2514600" cy="777240"/>
          </a:xfrm>
          <a:prstGeom prst="rect">
            <a:avLst/>
          </a:prstGeom>
          <a:noFill/>
        </p:spPr>
        <p:txBody>
          <a:bodyPr wrap="square" lIns="0" tIns="0" rIns="0" bIns="0">
            <a:spAutoFit/>
          </a:bodyPr>
          <a:lstStyle/>
          <a:p>
            <a:pPr>
              <a:defRPr sz="1100" b="1">
                <a:solidFill>
                  <a:srgbClr val="FFFFFF"/>
                </a:solidFill>
                <a:latin typeface="Inter"/>
              </a:defRPr>
            </a:pPr>
            <a:r>
              <a:t>Vận hành ổn định</a:t>
            </a:r>
          </a:p>
          <a:p>
            <a:pPr>
              <a:defRPr sz="819">
                <a:solidFill>
                  <a:srgbClr val="B4C3D2"/>
                </a:solidFill>
                <a:latin typeface="Inter"/>
              </a:defRPr>
            </a:pPr>
            <a:r>
              <a:t>Dễ dàng cài đặt, triển khai nhanh và hoạt động mượt mà.</a:t>
            </a:r>
          </a:p>
        </p:txBody>
      </p:sp>
    </p:spTree>
    <p:extLst>
      <p:ext uri="{BB962C8B-B14F-4D97-AF65-F5344CB8AC3E}">
        <p14:creationId xmlns:p14="http://schemas.microsoft.com/office/powerpoint/2010/main" val="854153517"/>
      </p:ext>
    </p:extLst>
  </p:cSld>
</p:sld>
</file>

<file path=ppt/slides/slide4.xml><?xml version="1.0" encoding="utf-8"?>
<p:sld xmlns:p="http://schemas.openxmlformats.org/presentationml/2006/main">
  <p:cSld>
    <p:bg>
      <p:bgPr>
        <a:solidFill xmlns:a="http://schemas.openxmlformats.org/drawingml/2006/main">
          <a:srgbClr val="F4F0E8"/>
        </a:solidFill>
      </p:bgPr>
    </p:bg>
    <p:spTree>
      <p:nvGrpSpPr>
        <p:cNvPr id="1" name=""/>
        <p:cNvGrpSpPr/>
        <p:nvPr/>
      </p:nvGrpSpPr>
      <p:grpSpPr>
        <a:xfrm xmlns:a="http://schemas.openxmlformats.org/drawingml/2006/main"/>
      </p:grpSpPr>
      <p:sp>
        <p:nvSpPr>
          <p:cNvPr id="3" name="Text 0">
            <a:extLst xmlns:a="http://schemas.openxmlformats.org/drawingml/2006/main">
              <a:ext uri="{FF2B5EF4-FFF2-40B4-BE49-F238E27FC236}">
                <a16:creationId xmlns:a16="http://schemas.microsoft.com/office/drawing/2014/main" id="{A10BDC50-D058-46A0-BF60-79395856A9B6}"/>
              </a:ext>
            </a:extLst>
          </p:cNvPr>
          <p:cNvSpPr>
            <a:spLocks xmlns:a="http://schemas.openxmlformats.org/drawingml/2006/main" noGrp="1"/>
          </p:cNvSpPr>
          <p:nvPr/>
        </p:nvSpPr>
        <p:spPr>
          <a:xfrm xmlns:a="http://schemas.openxmlformats.org/drawingml/2006/main">
            <a:off x="523875" y="365760"/>
            <a:ext cx="3810000" cy="161925"/>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992"/>
              </a:lnSpc>
              <a:buNone/>
              <a:defRPr sz="780" b="1">
                <a:solidFill>
                  <a:srgbClr val="00A67E"/>
                </a:solidFill>
                <a:latin typeface="Inter"/>
              </a:defRPr>
            </a:pPr>
            <a:r>
              <a:t>04  ·  CÁCH TẠO KỲ ĐẶT HÀNG</a:t>
            </a:r>
            <a:endParaRPr sz="819"/>
          </a:p>
        </p:txBody>
      </p:sp>
      <p:sp>
        <p:nvSpPr>
          <p:cNvPr id="4" name="Text 1">
            <a:extLst xmlns:a="http://schemas.openxmlformats.org/drawingml/2006/main">
              <a:ext uri="{FF2B5EF4-FFF2-40B4-BE49-F238E27FC236}">
                <a16:creationId xmlns:a16="http://schemas.microsoft.com/office/drawing/2014/main" id="{910958F7-14BE-4F1A-8D29-BCFC347E3D23}"/>
              </a:ext>
            </a:extLst>
          </p:cNvPr>
          <p:cNvSpPr>
            <a:spLocks xmlns:a="http://schemas.openxmlformats.org/drawingml/2006/main" noGrp="1"/>
          </p:cNvSpPr>
          <p:nvPr/>
        </p:nvSpPr>
        <p:spPr>
          <a:xfrm xmlns:a="http://schemas.openxmlformats.org/drawingml/2006/main">
            <a:off x="523875" y="640080"/>
            <a:ext cx="6949440" cy="45243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algn="l">
              <a:buNone/>
              <a:defRPr sz="2500" b="1">
                <a:solidFill>
                  <a:srgbClr val="121826"/>
                </a:solidFill>
                <a:latin typeface="Inter"/>
              </a:defRPr>
            </a:pPr>
            <a:r>
              <a:t>Hai cách tạo kỳ đặt hàng linh hoạt</a:t>
            </a:r>
          </a:p>
        </p:txBody>
      </p:sp>
      <p:sp>
        <p:nvSpPr>
          <p:cNvPr id="5" name="Text 2">
            <a:extLst xmlns:a="http://schemas.openxmlformats.org/drawingml/2006/main">
              <a:ext uri="{FF2B5EF4-FFF2-40B4-BE49-F238E27FC236}">
                <a16:creationId xmlns:a16="http://schemas.microsoft.com/office/drawing/2014/main" id="{FE5C56B8-C2AE-4506-8E9D-044B3D4CB441}"/>
              </a:ext>
            </a:extLst>
          </p:cNvPr>
          <p:cNvSpPr>
            <a:spLocks xmlns:a="http://schemas.openxmlformats.org/drawingml/2006/main" noGrp="1"/>
          </p:cNvSpPr>
          <p:nvPr/>
        </p:nvSpPr>
        <p:spPr>
          <a:xfrm xmlns:a="http://schemas.openxmlformats.org/drawingml/2006/main">
            <a:off x="523875" y="1234440"/>
            <a:ext cx="694944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defRPr sz="919" b="0">
                <a:solidFill>
                  <a:srgbClr val="475467"/>
                </a:solidFill>
                <a:latin typeface="Inter"/>
              </a:defRPr>
            </a:pPr>
            <a:r>
              <a:t>Hệ thống tự động mở theo cấu hình ngày mở mặc định; có thể tạo trước các kỳ tương lai</a:t>
            </a:r>
            <a:endParaRPr sz="1033"/>
          </a:p>
        </p:txBody>
      </p:sp>
      <p:sp>
        <p:nvSpPr>
          <p:cNvPr id="6" name="Text 3">
            <a:extLst xmlns:a="http://schemas.openxmlformats.org/drawingml/2006/main">
              <a:ext uri="{FF2B5EF4-FFF2-40B4-BE49-F238E27FC236}">
                <a16:creationId xmlns:a16="http://schemas.microsoft.com/office/drawing/2014/main" id="{277ACC30-EC48-496F-AC3F-973F37F8D907}"/>
              </a:ext>
            </a:extLst>
          </p:cNvPr>
          <p:cNvSpPr>
            <a:spLocks xmlns:a="http://schemas.openxmlformats.org/drawingml/2006/main" noGrp="1"/>
          </p:cNvSpPr>
          <p:nvPr/>
        </p:nvSpPr>
        <p:spPr>
          <a:xfrm xmlns:a="http://schemas.openxmlformats.org/drawingml/2006/main">
            <a:off x="6905625" y="640080"/>
            <a:ext cx="1571625" cy="5715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lnSpc>
                <a:spcPts val="4637"/>
              </a:lnSpc>
              <a:buNone/>
              <a:defRPr sz="3600" b="1">
                <a:solidFill>
                  <a:srgbClr val="00A67E"/>
                </a:solidFill>
                <a:latin typeface="Space Grotesk"/>
              </a:defRPr>
            </a:pPr>
            <a:r>
              <a:t>01</a:t>
            </a:r>
            <a:endParaRPr sz="3634"/>
          </a:p>
        </p:txBody>
      </p:sp>
      <p:sp>
        <p:nvSpPr>
          <p:cNvPr id="7" name="Text 4">
            <a:extLst xmlns:a="http://schemas.openxmlformats.org/drawingml/2006/main">
              <a:ext uri="{FF2B5EF4-FFF2-40B4-BE49-F238E27FC236}">
                <a16:creationId xmlns:a16="http://schemas.microsoft.com/office/drawing/2014/main" id="{D8283AA5-B3E2-44BC-A68E-698497C5C547}"/>
              </a:ext>
            </a:extLst>
          </p:cNvPr>
          <p:cNvSpPr>
            <a:spLocks xmlns:a="http://schemas.openxmlformats.org/drawingml/2006/main" noGrp="1"/>
          </p:cNvSpPr>
          <p:nvPr/>
        </p:nvSpPr>
        <p:spPr>
          <a:xfrm xmlns:a="http://schemas.openxmlformats.org/drawingml/2006/main">
            <a:off x="6810375" y="1234440"/>
            <a:ext cx="1645920" cy="180975"/>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lnSpc>
                <a:spcPts val="992"/>
              </a:lnSpc>
              <a:buNone/>
              <a:defRPr sz="850" b="1">
                <a:solidFill>
                  <a:srgbClr val="121826"/>
                </a:solidFill>
                <a:latin typeface="Inter"/>
              </a:defRPr>
            </a:pPr>
            <a:r>
              <a:t>Cách tạo kỳ đặt hàng</a:t>
            </a:r>
            <a:endParaRPr sz="819"/>
          </a:p>
        </p:txBody>
      </p:sp>
      <p:sp>
        <p:nvSpPr>
          <p:cNvPr id="8" name="Shape 5">
            <a:extLst xmlns:a="http://schemas.openxmlformats.org/drawingml/2006/main">
              <a:ext uri="{FF2B5EF4-FFF2-40B4-BE49-F238E27FC236}">
                <a16:creationId xmlns:a16="http://schemas.microsoft.com/office/drawing/2014/main" id="{206DE264-21E7-412E-9A2C-80E738A86889}"/>
              </a:ext>
            </a:extLst>
          </p:cNvPr>
          <p:cNvSpPr>
            <a:spLocks xmlns:a="http://schemas.openxmlformats.org/drawingml/2006/main" noGrp="1"/>
          </p:cNvSpPr>
          <p:nvPr/>
        </p:nvSpPr>
        <p:spPr>
          <a:xfrm xmlns:a="http://schemas.openxmlformats.org/drawingml/2006/main">
            <a:off x="1097280" y="2377440"/>
            <a:ext cx="5943600" cy="38100"/>
          </a:xfrm>
          <a:prstGeom xmlns:a="http://schemas.openxmlformats.org/drawingml/2006/main" prst="rect">
            <a:avLst/>
          </a:prstGeom>
          <a:solidFill xmlns:a="http://schemas.openxmlformats.org/drawingml/2006/main">
            <a:srgbClr val="00A67E"/>
          </a:solidFill>
        </p:spPr>
        <p:txBody xmlns:a="http://schemas.openxmlformats.org/drawingml/2006/main">
          <a:bodyPr/>
          <a:p/>
        </p:txBody>
      </p:sp>
      <p:sp>
        <p:nvSpPr>
          <p:cNvPr id="9" name="Shape 6">
            <a:extLst xmlns:a="http://schemas.openxmlformats.org/drawingml/2006/main">
              <a:ext uri="{FF2B5EF4-FFF2-40B4-BE49-F238E27FC236}">
                <a16:creationId xmlns:a16="http://schemas.microsoft.com/office/drawing/2014/main" id="{6C0BF4F4-64A8-4280-A777-1BA925E3E2B0}"/>
              </a:ext>
            </a:extLst>
          </p:cNvPr>
          <p:cNvSpPr>
            <a:spLocks xmlns:a="http://schemas.openxmlformats.org/drawingml/2006/main" noGrp="1"/>
          </p:cNvSpPr>
          <p:nvPr/>
        </p:nvSpPr>
        <p:spPr>
          <a:xfrm xmlns:a="http://schemas.openxmlformats.org/drawingml/2006/main">
            <a:off x="1097280" y="2148840"/>
            <a:ext cx="485775" cy="485775"/>
          </a:xfrm>
          <a:prstGeom xmlns:a="http://schemas.openxmlformats.org/drawingml/2006/main" prst="ellipse">
            <a:avLst/>
          </a:prstGeom>
          <a:solidFill xmlns:a="http://schemas.openxmlformats.org/drawingml/2006/main">
            <a:srgbClr val="00A67E"/>
          </a:solidFill>
        </p:spPr>
        <p:txBody xmlns:a="http://schemas.openxmlformats.org/drawingml/2006/main">
          <a:bodyPr/>
          <a:p/>
        </p:txBody>
      </p:sp>
      <p:sp>
        <p:nvSpPr>
          <p:cNvPr id="10" name="Text 7">
            <a:extLst xmlns:a="http://schemas.openxmlformats.org/drawingml/2006/main">
              <a:ext uri="{FF2B5EF4-FFF2-40B4-BE49-F238E27FC236}">
                <a16:creationId xmlns:a16="http://schemas.microsoft.com/office/drawing/2014/main" id="{C3BCA722-53C3-4DA4-A5B7-91AC9F44E0FA}"/>
              </a:ext>
            </a:extLst>
          </p:cNvPr>
          <p:cNvSpPr>
            <a:spLocks xmlns:a="http://schemas.openxmlformats.org/drawingml/2006/main" noGrp="1"/>
          </p:cNvSpPr>
          <p:nvPr/>
        </p:nvSpPr>
        <p:spPr>
          <a:xfrm xmlns:a="http://schemas.openxmlformats.org/drawingml/2006/main">
            <a:off x="1088136" y="2221992"/>
            <a:ext cx="504825" cy="261937"/>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ts val="1955"/>
              </a:lnSpc>
              <a:buNone/>
            </a:pPr>
            <a:r>
              <a:t>08</a:t>
            </a:r>
            <a:endParaRPr sz="1532"/>
          </a:p>
        </p:txBody>
      </p:sp>
      <p:sp>
        <p:nvSpPr>
          <p:cNvPr id="11" name="Text 8">
            <a:extLst xmlns:a="http://schemas.openxmlformats.org/drawingml/2006/main">
              <a:ext uri="{FF2B5EF4-FFF2-40B4-BE49-F238E27FC236}">
                <a16:creationId xmlns:a16="http://schemas.microsoft.com/office/drawing/2014/main" id="{CC4EB657-E332-49B5-AD36-57AB53439F4C}"/>
              </a:ext>
            </a:extLst>
          </p:cNvPr>
          <p:cNvSpPr>
            <a:spLocks xmlns:a="http://schemas.openxmlformats.org/drawingml/2006/main" noGrp="1"/>
          </p:cNvSpPr>
          <p:nvPr/>
        </p:nvSpPr>
        <p:spPr>
          <a:xfrm xmlns:a="http://schemas.openxmlformats.org/drawingml/2006/main">
            <a:off x="1097280" y="2788920"/>
            <a:ext cx="3383280" cy="295275"/>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2182"/>
              </a:lnSpc>
              <a:buNone/>
              <a:defRPr sz="1300" b="1">
                <a:solidFill>
                  <a:srgbClr val="121826"/>
                </a:solidFill>
                <a:latin typeface="Space Grotesk"/>
              </a:defRPr>
            </a:pPr>
            <a:r>
              <a:t>Kỳ 08/2026 · Tự động mở theo lịch</a:t>
            </a:r>
            <a:endParaRPr sz="1710"/>
          </a:p>
        </p:txBody>
      </p:sp>
      <p:sp>
        <p:nvSpPr>
          <p:cNvPr id="12" name="Text 9">
            <a:extLst xmlns:a="http://schemas.openxmlformats.org/drawingml/2006/main">
              <a:ext uri="{FF2B5EF4-FFF2-40B4-BE49-F238E27FC236}">
                <a16:creationId xmlns:a16="http://schemas.microsoft.com/office/drawing/2014/main" id="{47DDC594-8B1A-4E9C-8DD0-2DCF763A1892}"/>
              </a:ext>
            </a:extLst>
          </p:cNvPr>
          <p:cNvSpPr>
            <a:spLocks xmlns:a="http://schemas.openxmlformats.org/drawingml/2006/main" noGrp="1"/>
          </p:cNvSpPr>
          <p:nvPr/>
        </p:nvSpPr>
        <p:spPr>
          <a:xfrm xmlns:a="http://schemas.openxmlformats.org/drawingml/2006/main">
            <a:off x="1097280" y="3154680"/>
            <a:ext cx="3383280" cy="36195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035"/>
              </a:lnSpc>
              <a:buNone/>
              <a:defRPr sz="880" b="1">
                <a:solidFill>
                  <a:srgbClr val="475467"/>
                </a:solidFill>
                <a:latin typeface="Inter"/>
              </a:defRPr>
            </a:pPr>
            <a:r>
              <a:t>• Đến ngày hẹn (05/08): Hệ thống tự động mở kỳ.</a:t>
            </a:r>
            <a:endParaRPr sz="855"/>
          </a:p>
          <a:p xmlns:a="http://schemas.openxmlformats.org/drawingml/2006/main">
            <a:pPr>
              <a:defRPr sz="880">
                <a:solidFill>
                  <a:srgbClr val="475467"/>
                </a:solidFill>
                <a:latin typeface="Inter"/>
              </a:defRPr>
            </a:pPr>
            <a:r>
              <a:t>• Hết hạn (05/09): Hệ thống tự động đóng kỳ.</a:t>
            </a:r>
          </a:p>
        </p:txBody>
      </p:sp>
      <p:sp>
        <p:nvSpPr>
          <p:cNvPr id="13" name="Shape 10">
            <a:extLst xmlns:a="http://schemas.openxmlformats.org/drawingml/2006/main">
              <a:ext uri="{FF2B5EF4-FFF2-40B4-BE49-F238E27FC236}">
                <a16:creationId xmlns:a16="http://schemas.microsoft.com/office/drawing/2014/main" id="{66464B05-6122-4CEC-9FBB-81EFF1206F86}"/>
              </a:ext>
            </a:extLst>
          </p:cNvPr>
          <p:cNvSpPr>
            <a:spLocks xmlns:a="http://schemas.openxmlformats.org/drawingml/2006/main" noGrp="1"/>
          </p:cNvSpPr>
          <p:nvPr/>
        </p:nvSpPr>
        <p:spPr>
          <a:xfrm xmlns:a="http://schemas.openxmlformats.org/drawingml/2006/main">
            <a:off x="4937760" y="2148840"/>
            <a:ext cx="485775" cy="485775"/>
          </a:xfrm>
          <a:prstGeom xmlns:a="http://schemas.openxmlformats.org/drawingml/2006/main" prst="ellipse">
            <a:avLst/>
          </a:prstGeom>
          <a:solidFill xmlns:a="http://schemas.openxmlformats.org/drawingml/2006/main">
            <a:srgbClr val="FF7043"/>
          </a:solidFill>
        </p:spPr>
        <p:txBody xmlns:a="http://schemas.openxmlformats.org/drawingml/2006/main">
          <a:bodyPr/>
          <a:p/>
        </p:txBody>
      </p:sp>
      <p:sp>
        <p:nvSpPr>
          <p:cNvPr id="14" name="Text 11">
            <a:extLst xmlns:a="http://schemas.openxmlformats.org/drawingml/2006/main">
              <a:ext uri="{FF2B5EF4-FFF2-40B4-BE49-F238E27FC236}">
                <a16:creationId xmlns:a16="http://schemas.microsoft.com/office/drawing/2014/main" id="{47931299-725C-4387-B4A0-4004315202A5}"/>
              </a:ext>
            </a:extLst>
          </p:cNvPr>
          <p:cNvSpPr>
            <a:spLocks xmlns:a="http://schemas.openxmlformats.org/drawingml/2006/main" noGrp="1"/>
          </p:cNvSpPr>
          <p:nvPr/>
        </p:nvSpPr>
        <p:spPr>
          <a:xfrm xmlns:a="http://schemas.openxmlformats.org/drawingml/2006/main">
            <a:off x="4928616" y="2221992"/>
            <a:ext cx="504825" cy="261937"/>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ts val="1955"/>
              </a:lnSpc>
              <a:buNone/>
              <a:defRPr sz="850" b="1">
                <a:solidFill>
                  <a:srgbClr val="121826"/>
                </a:solidFill>
                <a:latin typeface="Inter"/>
              </a:defRPr>
            </a:pPr>
            <a:r>
              <a:t>04</a:t>
            </a:r>
            <a:endParaRPr sz="1532"/>
          </a:p>
        </p:txBody>
      </p:sp>
      <p:sp>
        <p:nvSpPr>
          <p:cNvPr id="15" name="Text 12">
            <a:extLst xmlns:a="http://schemas.openxmlformats.org/drawingml/2006/main">
              <a:ext uri="{FF2B5EF4-FFF2-40B4-BE49-F238E27FC236}">
                <a16:creationId xmlns:a16="http://schemas.microsoft.com/office/drawing/2014/main" id="{4F50DD63-7EF1-4123-BD51-204BC44050B0}"/>
              </a:ext>
            </a:extLst>
          </p:cNvPr>
          <p:cNvSpPr>
            <a:spLocks xmlns:a="http://schemas.openxmlformats.org/drawingml/2006/main" noGrp="1"/>
          </p:cNvSpPr>
          <p:nvPr/>
        </p:nvSpPr>
        <p:spPr>
          <a:xfrm xmlns:a="http://schemas.openxmlformats.org/drawingml/2006/main">
            <a:off x="4937760" y="2788920"/>
            <a:ext cx="3566160" cy="295275"/>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2182"/>
              </a:lnSpc>
              <a:buNone/>
              <a:defRPr sz="1300" b="1">
                <a:solidFill>
                  <a:srgbClr val="121826"/>
                </a:solidFill>
                <a:latin typeface="Space Grotesk"/>
              </a:defRPr>
            </a:pPr>
            <a:r>
              <a:t>Kỳ 09/2026 · Tạo kỳ thủ công</a:t>
            </a:r>
            <a:endParaRPr sz="1710"/>
          </a:p>
        </p:txBody>
      </p:sp>
      <p:sp>
        <p:nvSpPr>
          <p:cNvPr id="16" name="Text 13">
            <a:extLst xmlns:a="http://schemas.openxmlformats.org/drawingml/2006/main">
              <a:ext uri="{FF2B5EF4-FFF2-40B4-BE49-F238E27FC236}">
                <a16:creationId xmlns:a16="http://schemas.microsoft.com/office/drawing/2014/main" id="{732B0A4B-6040-4219-B045-C31986517941}"/>
              </a:ext>
            </a:extLst>
          </p:cNvPr>
          <p:cNvSpPr>
            <a:spLocks xmlns:a="http://schemas.openxmlformats.org/drawingml/2006/main" noGrp="1"/>
          </p:cNvSpPr>
          <p:nvPr/>
        </p:nvSpPr>
        <p:spPr>
          <a:xfrm xmlns:a="http://schemas.openxmlformats.org/drawingml/2006/main">
            <a:off x="4937760" y="3154680"/>
            <a:ext cx="3566160" cy="36195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035"/>
              </a:lnSpc>
              <a:buNone/>
              <a:defRPr sz="880" b="1">
                <a:solidFill>
                  <a:srgbClr val="475467"/>
                </a:solidFill>
                <a:latin typeface="Inter"/>
              </a:defRPr>
            </a:pPr>
            <a:r>
              <a:t>• Chủ động tạo trước: Tùy chỉnh lịch mở/đóng.</a:t>
            </a:r>
            <a:endParaRPr sz="855"/>
          </a:p>
          <a:p xmlns:a="http://schemas.openxmlformats.org/drawingml/2006/main">
            <a:pPr>
              <a:defRPr sz="880" b="1">
                <a:solidFill>
                  <a:srgbClr val="00A67E"/>
                </a:solidFill>
                <a:latin typeface="Inter"/>
              </a:defRPr>
            </a:pPr>
            <a:r>
              <a:t>• Chống trùng: Không thể tạo 2 kỳ cùng 1 tháng.</a:t>
            </a:r>
          </a:p>
          <a:p xmlns:a="http://schemas.openxmlformats.org/drawingml/2006/main">
            <a:pPr>
              <a:defRPr sz="880">
                <a:solidFill>
                  <a:srgbClr val="475467"/>
                </a:solidFill>
                <a:latin typeface="Inter"/>
              </a:defRPr>
            </a:pPr>
            <a:r>
              <a:t>• Tự động mở khi đến lịch hẹn.</a:t>
            </a:r>
          </a:p>
        </p:txBody>
      </p:sp>
      <p:sp>
        <p:nvSpPr>
          <p:cNvPr id="21" name="Shape 18">
            <a:extLst xmlns:a="http://schemas.openxmlformats.org/drawingml/2006/main">
              <a:ext uri="{FF2B5EF4-FFF2-40B4-BE49-F238E27FC236}">
                <a16:creationId xmlns:a16="http://schemas.microsoft.com/office/drawing/2014/main" id="{75C716CB-87E4-42CF-AFB9-6192103C60B0}"/>
              </a:ext>
            </a:extLst>
          </p:cNvPr>
          <p:cNvSpPr>
            <a:spLocks xmlns:a="http://schemas.openxmlformats.org/drawingml/2006/main" noGrp="1"/>
          </p:cNvSpPr>
          <p:nvPr/>
        </p:nvSpPr>
        <p:spPr>
          <a:xfrm xmlns:a="http://schemas.openxmlformats.org/drawingml/2006/main">
            <a:off x="0" y="4024313"/>
            <a:ext cx="9144000" cy="1119188"/>
          </a:xfrm>
          <a:prstGeom xmlns:a="http://schemas.openxmlformats.org/drawingml/2006/main" prst="rect">
            <a:avLst/>
          </a:prstGeom>
          <a:solidFill xmlns:a="http://schemas.openxmlformats.org/drawingml/2006/main">
            <a:srgbClr val="0B2235"/>
          </a:solidFill>
        </p:spPr>
        <p:txBody xmlns:a="http://schemas.openxmlformats.org/drawingml/2006/main">
          <a:bodyPr/>
          <a:p/>
        </p:txBody>
      </p:sp>
      <p:sp>
        <p:nvSpPr>
          <p:cNvPr id="22" name="Text 19">
            <a:extLst xmlns:a="http://schemas.openxmlformats.org/drawingml/2006/main">
              <a:ext uri="{FF2B5EF4-FFF2-40B4-BE49-F238E27FC236}">
                <a16:creationId xmlns:a16="http://schemas.microsoft.com/office/drawing/2014/main" id="{E7F4C599-CE90-456B-83B8-15200B9585BE}"/>
              </a:ext>
            </a:extLst>
          </p:cNvPr>
          <p:cNvSpPr>
            <a:spLocks xmlns:a="http://schemas.openxmlformats.org/drawingml/2006/main" noGrp="1"/>
          </p:cNvSpPr>
          <p:nvPr/>
        </p:nvSpPr>
        <p:spPr>
          <a:xfrm xmlns:a="http://schemas.openxmlformats.org/drawingml/2006/main">
            <a:off x="523875" y="4343400"/>
            <a:ext cx="952500" cy="180975"/>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992"/>
              </a:lnSpc>
              <a:buNone/>
              <a:defRPr sz="850" b="1">
                <a:solidFill>
                  <a:srgbClr val="C8D7E6"/>
                </a:solidFill>
                <a:latin typeface="Inter"/>
              </a:defRPr>
            </a:pPr>
            <a:r>
              <a:t>Lên lịch</a:t>
            </a:r>
            <a:endParaRPr sz="819"/>
          </a:p>
        </p:txBody>
      </p:sp>
      <p:sp>
        <p:nvSpPr>
          <p:cNvPr id="23" name="Text 20">
            <a:extLst xmlns:a="http://schemas.openxmlformats.org/drawingml/2006/main">
              <a:ext uri="{FF2B5EF4-FFF2-40B4-BE49-F238E27FC236}">
                <a16:creationId xmlns:a16="http://schemas.microsoft.com/office/drawing/2014/main" id="{292F5A46-18D4-4F97-99CF-E697A0DBFED9}"/>
              </a:ext>
            </a:extLst>
          </p:cNvPr>
          <p:cNvSpPr>
            <a:spLocks xmlns:a="http://schemas.openxmlformats.org/drawingml/2006/main" noGrp="1"/>
          </p:cNvSpPr>
          <p:nvPr/>
        </p:nvSpPr>
        <p:spPr>
          <a:xfrm xmlns:a="http://schemas.openxmlformats.org/drawingml/2006/main">
            <a:off x="1571625" y="4310063"/>
            <a:ext cx="28575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ts val="1364"/>
              </a:lnSpc>
              <a:buNone/>
              <a:defRPr sz="1050" b="1">
                <a:solidFill>
                  <a:srgbClr val="00A67E"/>
                </a:solidFill>
                <a:latin typeface="Space Grotesk"/>
              </a:defRPr>
            </a:pPr>
            <a:r>
              <a:t>→</a:t>
            </a:r>
            <a:endParaRPr sz="1069"/>
          </a:p>
        </p:txBody>
      </p:sp>
      <p:sp>
        <p:nvSpPr>
          <p:cNvPr id="24" name="Text 21">
            <a:extLst xmlns:a="http://schemas.openxmlformats.org/drawingml/2006/main">
              <a:ext uri="{FF2B5EF4-FFF2-40B4-BE49-F238E27FC236}">
                <a16:creationId xmlns:a16="http://schemas.microsoft.com/office/drawing/2014/main" id="{C459D0DC-D144-4E8C-97ED-B68EADAB785D}"/>
              </a:ext>
            </a:extLst>
          </p:cNvPr>
          <p:cNvSpPr>
            <a:spLocks xmlns:a="http://schemas.openxmlformats.org/drawingml/2006/main" noGrp="1"/>
          </p:cNvSpPr>
          <p:nvPr/>
        </p:nvSpPr>
        <p:spPr>
          <a:xfrm xmlns:a="http://schemas.openxmlformats.org/drawingml/2006/main">
            <a:off x="1952625" y="4343400"/>
            <a:ext cx="1047750" cy="180975"/>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992"/>
              </a:lnSpc>
              <a:buNone/>
              <a:defRPr sz="850" b="1">
                <a:solidFill>
                  <a:srgbClr val="C8D7E6"/>
                </a:solidFill>
                <a:latin typeface="Inter"/>
              </a:defRPr>
            </a:pPr>
            <a:r>
              <a:t>Đang mở</a:t>
            </a:r>
            <a:endParaRPr sz="819"/>
          </a:p>
        </p:txBody>
      </p:sp>
      <p:sp>
        <p:nvSpPr>
          <p:cNvPr id="25" name="Text 22">
            <a:extLst xmlns:a="http://schemas.openxmlformats.org/drawingml/2006/main">
              <a:ext uri="{FF2B5EF4-FFF2-40B4-BE49-F238E27FC236}">
                <a16:creationId xmlns:a16="http://schemas.microsoft.com/office/drawing/2014/main" id="{F48231C8-AD74-41CA-9AE7-DDAAEB0270F0}"/>
              </a:ext>
            </a:extLst>
          </p:cNvPr>
          <p:cNvSpPr>
            <a:spLocks xmlns:a="http://schemas.openxmlformats.org/drawingml/2006/main" noGrp="1"/>
          </p:cNvSpPr>
          <p:nvPr/>
        </p:nvSpPr>
        <p:spPr>
          <a:xfrm xmlns:a="http://schemas.openxmlformats.org/drawingml/2006/main">
            <a:off x="3095625" y="4310063"/>
            <a:ext cx="28575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ts val="1364"/>
              </a:lnSpc>
              <a:buNone/>
              <a:defRPr sz="1050" b="1">
                <a:solidFill>
                  <a:srgbClr val="00A67E"/>
                </a:solidFill>
                <a:latin typeface="Space Grotesk"/>
              </a:defRPr>
            </a:pPr>
            <a:r>
              <a:t>→</a:t>
            </a:r>
            <a:endParaRPr sz="1069"/>
          </a:p>
        </p:txBody>
      </p:sp>
      <p:sp>
        <p:nvSpPr>
          <p:cNvPr id="26" name="Text 23">
            <a:extLst xmlns:a="http://schemas.openxmlformats.org/drawingml/2006/main">
              <a:ext uri="{FF2B5EF4-FFF2-40B4-BE49-F238E27FC236}">
                <a16:creationId xmlns:a16="http://schemas.microsoft.com/office/drawing/2014/main" id="{7D6B7FF1-CE6E-432F-A97A-C50155A72AD8}"/>
              </a:ext>
            </a:extLst>
          </p:cNvPr>
          <p:cNvSpPr>
            <a:spLocks xmlns:a="http://schemas.openxmlformats.org/drawingml/2006/main" noGrp="1"/>
          </p:cNvSpPr>
          <p:nvPr/>
        </p:nvSpPr>
        <p:spPr>
          <a:xfrm xmlns:a="http://schemas.openxmlformats.org/drawingml/2006/main">
            <a:off x="3476625" y="4343400"/>
            <a:ext cx="1047750" cy="180975"/>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992"/>
              </a:lnSpc>
              <a:buNone/>
              <a:defRPr sz="850" b="1">
                <a:solidFill>
                  <a:srgbClr val="C8D7E6"/>
                </a:solidFill>
                <a:latin typeface="Inter"/>
              </a:defRPr>
            </a:pPr>
            <a:r>
              <a:t>Đã đóng</a:t>
            </a:r>
            <a:endParaRPr sz="819"/>
          </a:p>
        </p:txBody>
      </p:sp>
      <p:sp>
        <p:nvSpPr>
          <p:cNvPr id="27" name="Text 24">
            <a:extLst xmlns:a="http://schemas.openxmlformats.org/drawingml/2006/main">
              <a:ext uri="{FF2B5EF4-FFF2-40B4-BE49-F238E27FC236}">
                <a16:creationId xmlns:a16="http://schemas.microsoft.com/office/drawing/2014/main" id="{F4255D13-F535-48EF-AFCD-1D7B3B1D13D4}"/>
              </a:ext>
            </a:extLst>
          </p:cNvPr>
          <p:cNvSpPr>
            <a:spLocks xmlns:a="http://schemas.openxmlformats.org/drawingml/2006/main" noGrp="1"/>
          </p:cNvSpPr>
          <p:nvPr/>
        </p:nvSpPr>
        <p:spPr>
          <a:xfrm xmlns:a="http://schemas.openxmlformats.org/drawingml/2006/main">
            <a:off x="4619625" y="4310063"/>
            <a:ext cx="28575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ts val="1364"/>
              </a:lnSpc>
              <a:buNone/>
              <a:defRPr sz="1050" b="1">
                <a:solidFill>
                  <a:srgbClr val="00A67E"/>
                </a:solidFill>
                <a:latin typeface="Space Grotesk"/>
              </a:defRPr>
            </a:pPr>
            <a:r>
              <a:t>→</a:t>
            </a:r>
            <a:endParaRPr sz="1069"/>
          </a:p>
        </p:txBody>
      </p:sp>
      <p:sp>
        <p:nvSpPr>
          <p:cNvPr id="28" name="Text 25">
            <a:extLst xmlns:a="http://schemas.openxmlformats.org/drawingml/2006/main">
              <a:ext uri="{FF2B5EF4-FFF2-40B4-BE49-F238E27FC236}">
                <a16:creationId xmlns:a16="http://schemas.microsoft.com/office/drawing/2014/main" id="{94C9B310-C130-4D2E-8A3B-57FF49F68100}"/>
              </a:ext>
            </a:extLst>
          </p:cNvPr>
          <p:cNvSpPr>
            <a:spLocks xmlns:a="http://schemas.openxmlformats.org/drawingml/2006/main" noGrp="1"/>
          </p:cNvSpPr>
          <p:nvPr/>
        </p:nvSpPr>
        <p:spPr>
          <a:xfrm xmlns:a="http://schemas.openxmlformats.org/drawingml/2006/main">
            <a:off x="5000625" y="4343400"/>
            <a:ext cx="1143000" cy="180975"/>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992"/>
              </a:lnSpc>
              <a:buNone/>
              <a:defRPr sz="850" b="1">
                <a:solidFill>
                  <a:srgbClr val="C8D7E6"/>
                </a:solidFill>
                <a:latin typeface="Inter"/>
              </a:defRPr>
            </a:pPr>
            <a:r>
              <a:t>Đang chốt</a:t>
            </a:r>
            <a:endParaRPr sz="819"/>
          </a:p>
        </p:txBody>
      </p:sp>
      <p:sp>
        <p:nvSpPr>
          <p:cNvPr id="29" name="Text 26">
            <a:extLst xmlns:a="http://schemas.openxmlformats.org/drawingml/2006/main">
              <a:ext uri="{FF2B5EF4-FFF2-40B4-BE49-F238E27FC236}">
                <a16:creationId xmlns:a16="http://schemas.microsoft.com/office/drawing/2014/main" id="{98BBDAAF-E04C-42A3-8107-A4AAAA746E12}"/>
              </a:ext>
            </a:extLst>
          </p:cNvPr>
          <p:cNvSpPr>
            <a:spLocks xmlns:a="http://schemas.openxmlformats.org/drawingml/2006/main" noGrp="1"/>
          </p:cNvSpPr>
          <p:nvPr/>
        </p:nvSpPr>
        <p:spPr>
          <a:xfrm xmlns:a="http://schemas.openxmlformats.org/drawingml/2006/main">
            <a:off x="6238875" y="4310063"/>
            <a:ext cx="28575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ts val="1364"/>
              </a:lnSpc>
              <a:buNone/>
              <a:defRPr sz="1050" b="1">
                <a:solidFill>
                  <a:srgbClr val="00A67E"/>
                </a:solidFill>
                <a:latin typeface="Space Grotesk"/>
              </a:defRPr>
            </a:pPr>
            <a:r>
              <a:t>→</a:t>
            </a:r>
            <a:endParaRPr sz="1069"/>
          </a:p>
        </p:txBody>
      </p:sp>
      <p:sp>
        <p:nvSpPr>
          <p:cNvPr id="30" name="Text 27">
            <a:extLst xmlns:a="http://schemas.openxmlformats.org/drawingml/2006/main">
              <a:ext uri="{FF2B5EF4-FFF2-40B4-BE49-F238E27FC236}">
                <a16:creationId xmlns:a16="http://schemas.microsoft.com/office/drawing/2014/main" id="{A69B034C-4C3D-4D18-BBC2-CEA494EF4A18}"/>
              </a:ext>
            </a:extLst>
          </p:cNvPr>
          <p:cNvSpPr>
            <a:spLocks xmlns:a="http://schemas.openxmlformats.org/drawingml/2006/main" noGrp="1"/>
          </p:cNvSpPr>
          <p:nvPr/>
        </p:nvSpPr>
        <p:spPr>
          <a:xfrm xmlns:a="http://schemas.openxmlformats.org/drawingml/2006/main">
            <a:off x="6619875" y="4343400"/>
            <a:ext cx="1047750" cy="180975"/>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992"/>
              </a:lnSpc>
              <a:buNone/>
              <a:defRPr sz="850" b="1">
                <a:solidFill>
                  <a:srgbClr val="C8D7E6"/>
                </a:solidFill>
                <a:latin typeface="Inter"/>
              </a:defRPr>
            </a:pPr>
            <a:r>
              <a:t>Đã chốt</a:t>
            </a:r>
            <a:endParaRPr sz="819"/>
          </a:p>
        </p:txBody>
      </p:sp>
      <p:sp>
        <p:nvSpPr>
          <p:cNvPr id="31" name="Text 28">
            <a:extLst xmlns:a="http://schemas.openxmlformats.org/drawingml/2006/main">
              <a:ext uri="{FF2B5EF4-FFF2-40B4-BE49-F238E27FC236}">
                <a16:creationId xmlns:a16="http://schemas.microsoft.com/office/drawing/2014/main" id="{CB4DDFA4-9C95-496D-8A7F-41207EBD4FE3}"/>
              </a:ext>
            </a:extLst>
          </p:cNvPr>
          <p:cNvSpPr>
            <a:spLocks xmlns:a="http://schemas.openxmlformats.org/drawingml/2006/main" noGrp="1"/>
          </p:cNvSpPr>
          <p:nvPr/>
        </p:nvSpPr>
        <p:spPr>
          <a:xfrm xmlns:a="http://schemas.openxmlformats.org/drawingml/2006/main">
            <a:off x="8429625" y="4810125"/>
            <a:ext cx="333375" cy="13335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lnSpc>
                <a:spcPts val="905"/>
              </a:lnSpc>
              <a:buNone/>
              <a:defRPr sz="850" b="1">
                <a:solidFill>
                  <a:srgbClr val="121826"/>
                </a:solidFill>
                <a:latin typeface="Inter"/>
              </a:defRPr>
            </a:pPr>
            <a:r>
              <a:t>04</a:t>
            </a:r>
            <a:endParaRPr sz="748"/>
          </a:p>
        </p:txBody>
      </p:sp>
      <p:sp>
        <p:nvSpPr>
          <p:cNvPr id="32" name="Shape 29">
            <a:extLst xmlns:a="http://schemas.openxmlformats.org/drawingml/2006/main">
              <a:ext uri="{FF2B5EF4-FFF2-40B4-BE49-F238E27FC236}">
                <a16:creationId xmlns:a16="http://schemas.microsoft.com/office/drawing/2014/main" id="{A55B6D1D-C841-4423-BA3B-808037043218}"/>
              </a:ext>
            </a:extLst>
          </p:cNvPr>
          <p:cNvSpPr>
            <a:spLocks xmlns:a="http://schemas.openxmlformats.org/drawingml/2006/main" noGrp="1"/>
          </p:cNvSpPr>
          <p:nvPr/>
        </p:nvSpPr>
        <p:spPr>
          <a:xfrm xmlns:a="http://schemas.openxmlformats.org/drawingml/2006/main">
            <a:off x="523875" y="4876800"/>
            <a:ext cx="7143750" cy="14288"/>
          </a:xfrm>
          <a:prstGeom xmlns:a="http://schemas.openxmlformats.org/drawingml/2006/main" prst="rect">
            <a:avLst/>
          </a:prstGeom>
          <a:solidFill xmlns:a="http://schemas.openxmlformats.org/drawingml/2006/main">
            <a:srgbClr val="00A67E"/>
          </a:solidFill>
        </p:spPr>
        <p:txBody xmlns:a="http://schemas.openxmlformats.org/drawingml/2006/main">
          <a:bodyPr/>
          <a:p/>
        </p:txBody>
      </p:sp>
    </p:spTree>
    <p:extLst>
      <p:ext uri="{BB962C8B-B14F-4D97-AF65-F5344CB8AC3E}">
        <p14:creationId xmlns:p14="http://schemas.microsoft.com/office/powerpoint/2010/main" val="324180653"/>
      </p:ext>
    </p:extLst>
  </p:cSld>
</p:sld>
</file>

<file path=ppt/slides/slide5.xml><?xml version="1.0" encoding="utf-8"?>
<p:sld xmlns:p="http://schemas.openxmlformats.org/presentationml/2006/main">
  <p:cSld>
    <p:bg>
      <p:bgPr>
        <a:solidFill xmlns:a="http://schemas.openxmlformats.org/drawingml/2006/main">
          <a:srgbClr val="D8F2E9"/>
        </a:solidFill>
      </p:bgPr>
    </p:bg>
    <p:spTree>
      <p:nvGrpSpPr>
        <p:cNvPr id="1" name=""/>
        <p:cNvGrpSpPr/>
        <p:nvPr/>
      </p:nvGrpSpPr>
      <p:grpSpPr>
        <a:xfrm xmlns:a="http://schemas.openxmlformats.org/drawingml/2006/main"/>
      </p:grpSpPr>
      <p:sp>
        <p:nvSpPr>
          <p:cNvPr id="3" name="Text 0">
            <a:extLst xmlns:a="http://schemas.openxmlformats.org/drawingml/2006/main">
              <a:ext uri="{FF2B5EF4-FFF2-40B4-BE49-F238E27FC236}">
                <a16:creationId xmlns:a16="http://schemas.microsoft.com/office/drawing/2014/main" id="{AF9E1358-0F54-4852-8163-9A1B0E969BB6}"/>
              </a:ext>
            </a:extLst>
          </p:cNvPr>
          <p:cNvSpPr>
            <a:spLocks xmlns:a="http://schemas.openxmlformats.org/drawingml/2006/main" noGrp="1"/>
          </p:cNvSpPr>
          <p:nvPr/>
        </p:nvSpPr>
        <p:spPr>
          <a:xfrm xmlns:a="http://schemas.openxmlformats.org/drawingml/2006/main">
            <a:off x="523875" y="292608"/>
            <a:ext cx="4286250" cy="161925"/>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992"/>
              </a:lnSpc>
              <a:buNone/>
              <a:defRPr sz="780" b="1">
                <a:solidFill>
                  <a:srgbClr val="00A67E"/>
                </a:solidFill>
                <a:latin typeface="Inter"/>
              </a:defRPr>
            </a:pPr>
            <a:r>
              <a:t>05  ·  GIAO DIỆN ĐẶT HÀNG</a:t>
            </a:r>
            <a:endParaRPr sz="819"/>
          </a:p>
        </p:txBody>
      </p:sp>
      <p:sp>
        <p:nvSpPr>
          <p:cNvPr id="4" name="Text 1">
            <a:extLst xmlns:a="http://schemas.openxmlformats.org/drawingml/2006/main">
              <a:ext uri="{FF2B5EF4-FFF2-40B4-BE49-F238E27FC236}">
                <a16:creationId xmlns:a16="http://schemas.microsoft.com/office/drawing/2014/main" id="{73D08DB4-2800-4D12-89FA-81B2A0599A8C}"/>
              </a:ext>
            </a:extLst>
          </p:cNvPr>
          <p:cNvSpPr>
            <a:spLocks xmlns:a="http://schemas.openxmlformats.org/drawingml/2006/main" noGrp="1"/>
          </p:cNvSpPr>
          <p:nvPr/>
        </p:nvSpPr>
        <p:spPr>
          <a:xfrm xmlns:a="http://schemas.openxmlformats.org/drawingml/2006/main">
            <a:off x="521207" y="502920"/>
            <a:ext cx="3108960" cy="809625"/>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algn="l">
              <a:buNone/>
              <a:defRPr sz="1800" b="1">
                <a:solidFill>
                  <a:srgbClr val="121826"/>
                </a:solidFill>
                <a:latin typeface="Inter"/>
              </a:defRPr>
            </a:pPr>
            <a:r>
              <a:t>Giao diện trực quan</a:t>
            </a:r>
          </a:p>
          <a:p xmlns:a="http://schemas.openxmlformats.org/drawingml/2006/main">
            <a:pPr>
              <a:defRPr sz="1450" b="1">
                <a:solidFill>
                  <a:srgbClr val="121826"/>
                </a:solidFill>
                <a:latin typeface="Inter"/>
              </a:defRPr>
            </a:pPr>
            <a:r>
              <a:t>Danh mục và giỏ hàng rõ ràng</a:t>
            </a:r>
          </a:p>
        </p:txBody>
      </p:sp>
      <p:sp>
        <p:nvSpPr>
          <p:cNvPr id="5" name="Text 2">
            <a:extLst xmlns:a="http://schemas.openxmlformats.org/drawingml/2006/main">
              <a:ext uri="{FF2B5EF4-FFF2-40B4-BE49-F238E27FC236}">
                <a16:creationId xmlns:a16="http://schemas.microsoft.com/office/drawing/2014/main" id="{A2AC262C-AD90-42C9-8030-0992280846BA}"/>
              </a:ext>
            </a:extLst>
          </p:cNvPr>
          <p:cNvSpPr>
            <a:spLocks xmlns:a="http://schemas.openxmlformats.org/drawingml/2006/main" noGrp="1"/>
          </p:cNvSpPr>
          <p:nvPr/>
        </p:nvSpPr>
        <p:spPr>
          <a:xfrm xmlns:a="http://schemas.openxmlformats.org/drawingml/2006/main">
            <a:off x="521207" y="1536192"/>
            <a:ext cx="428625" cy="28575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2182"/>
              </a:lnSpc>
              <a:buNone/>
              <a:defRPr sz="1800" b="1">
                <a:solidFill>
                  <a:srgbClr val="00A67E"/>
                </a:solidFill>
                <a:latin typeface="Space Grotesk"/>
              </a:defRPr>
            </a:pPr>
            <a:r>
              <a:t>01</a:t>
            </a:r>
            <a:endParaRPr sz="1710"/>
          </a:p>
        </p:txBody>
      </p:sp>
      <p:sp>
        <p:nvSpPr>
          <p:cNvPr id="6" name="Text 3">
            <a:extLst xmlns:a="http://schemas.openxmlformats.org/drawingml/2006/main">
              <a:ext uri="{FF2B5EF4-FFF2-40B4-BE49-F238E27FC236}">
                <a16:creationId xmlns:a16="http://schemas.microsoft.com/office/drawing/2014/main" id="{E202789A-0E8A-4BA2-AADD-BD172CCCB0E6}"/>
              </a:ext>
            </a:extLst>
          </p:cNvPr>
          <p:cNvSpPr>
            <a:spLocks xmlns:a="http://schemas.openxmlformats.org/drawingml/2006/main" noGrp="1"/>
          </p:cNvSpPr>
          <p:nvPr/>
        </p:nvSpPr>
        <p:spPr>
          <a:xfrm xmlns:a="http://schemas.openxmlformats.org/drawingml/2006/main">
            <a:off x="1051560" y="1554480"/>
            <a:ext cx="2514600" cy="200025"/>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defRPr sz="1000" b="1">
                <a:solidFill>
                  <a:srgbClr val="121826"/>
                </a:solidFill>
                <a:latin typeface="Inter"/>
              </a:defRPr>
            </a:pPr>
            <a:r>
              <a:t>Danh mục chuẩn hóa</a:t>
            </a:r>
            <a:endParaRPr sz="1033"/>
          </a:p>
          <a:p xmlns:a="http://schemas.openxmlformats.org/drawingml/2006/main">
            <a:pPr>
              <a:defRPr sz="850">
                <a:solidFill>
                  <a:srgbClr val="475467"/>
                </a:solidFill>
                <a:latin typeface="Inter"/>
              </a:defRPr>
            </a:pPr>
            <a:r>
              <a:t>Ngăn chặn việc gõ sai tên hay lệch mã mặt hàng.</a:t>
            </a:r>
          </a:p>
        </p:txBody>
      </p:sp>
      <p:sp>
        <p:nvSpPr>
          <p:cNvPr id="7" name="Text 4">
            <a:extLst xmlns:a="http://schemas.openxmlformats.org/drawingml/2006/main">
              <a:ext uri="{FF2B5EF4-FFF2-40B4-BE49-F238E27FC236}">
                <a16:creationId xmlns:a16="http://schemas.microsoft.com/office/drawing/2014/main" id="{F71914A6-B9CA-4AE7-A838-3E370B57342D}"/>
              </a:ext>
            </a:extLst>
          </p:cNvPr>
          <p:cNvSpPr>
            <a:spLocks xmlns:a="http://schemas.openxmlformats.org/drawingml/2006/main" noGrp="1"/>
          </p:cNvSpPr>
          <p:nvPr/>
        </p:nvSpPr>
        <p:spPr>
          <a:xfrm xmlns:a="http://schemas.openxmlformats.org/drawingml/2006/main">
            <a:off x="521207" y="2331720"/>
            <a:ext cx="428625" cy="28575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2182"/>
              </a:lnSpc>
              <a:buNone/>
              <a:defRPr sz="1800" b="1">
                <a:solidFill>
                  <a:srgbClr val="00A67E"/>
                </a:solidFill>
                <a:latin typeface="Space Grotesk"/>
              </a:defRPr>
            </a:pPr>
            <a:r>
              <a:t>02</a:t>
            </a:r>
            <a:endParaRPr sz="1710"/>
          </a:p>
        </p:txBody>
      </p:sp>
      <p:sp>
        <p:nvSpPr>
          <p:cNvPr id="8" name="Text 5">
            <a:extLst xmlns:a="http://schemas.openxmlformats.org/drawingml/2006/main">
              <a:ext uri="{FF2B5EF4-FFF2-40B4-BE49-F238E27FC236}">
                <a16:creationId xmlns:a16="http://schemas.microsoft.com/office/drawing/2014/main" id="{C180FE92-D19C-49A2-BE1C-461382D00A5D}"/>
              </a:ext>
            </a:extLst>
          </p:cNvPr>
          <p:cNvSpPr>
            <a:spLocks xmlns:a="http://schemas.openxmlformats.org/drawingml/2006/main" noGrp="1"/>
          </p:cNvSpPr>
          <p:nvPr/>
        </p:nvSpPr>
        <p:spPr>
          <a:xfrm xmlns:a="http://schemas.openxmlformats.org/drawingml/2006/main">
            <a:off x="1051560" y="2350008"/>
            <a:ext cx="2514600" cy="4191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defRPr sz="1000" b="1">
                <a:solidFill>
                  <a:srgbClr val="121826"/>
                </a:solidFill>
                <a:latin typeface="Inter"/>
              </a:defRPr>
            </a:pPr>
            <a:r>
              <a:t>Giỏ hàng linh hoạt</a:t>
            </a:r>
            <a:endParaRPr sz="1033"/>
          </a:p>
          <a:p xmlns:a="http://schemas.openxmlformats.org/drawingml/2006/main">
            <a:pPr>
              <a:defRPr sz="850">
                <a:solidFill>
                  <a:srgbClr val="475467"/>
                </a:solidFill>
                <a:latin typeface="Inter"/>
              </a:defRPr>
            </a:pPr>
            <a:r>
              <a:t>Điều chỉnh số lượng trực tiếp, hỗ trợ ghi chú cho từng mặt hàng.</a:t>
            </a:r>
          </a:p>
        </p:txBody>
      </p:sp>
      <p:sp>
        <p:nvSpPr>
          <p:cNvPr id="9" name="Text 6">
            <a:extLst xmlns:a="http://schemas.openxmlformats.org/drawingml/2006/main">
              <a:ext uri="{FF2B5EF4-FFF2-40B4-BE49-F238E27FC236}">
                <a16:creationId xmlns:a16="http://schemas.microsoft.com/office/drawing/2014/main" id="{BB73C5BC-A717-4A90-8529-F4D7C8D9483E}"/>
              </a:ext>
            </a:extLst>
          </p:cNvPr>
          <p:cNvSpPr>
            <a:spLocks xmlns:a="http://schemas.openxmlformats.org/drawingml/2006/main" noGrp="1"/>
          </p:cNvSpPr>
          <p:nvPr/>
        </p:nvSpPr>
        <p:spPr>
          <a:xfrm xmlns:a="http://schemas.openxmlformats.org/drawingml/2006/main">
            <a:off x="521207" y="3127248"/>
            <a:ext cx="428625" cy="28575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2182"/>
              </a:lnSpc>
              <a:buNone/>
              <a:defRPr sz="1800" b="1">
                <a:solidFill>
                  <a:srgbClr val="00A67E"/>
                </a:solidFill>
                <a:latin typeface="Space Grotesk"/>
              </a:defRPr>
            </a:pPr>
            <a:r>
              <a:t>03</a:t>
            </a:r>
            <a:endParaRPr sz="1710"/>
          </a:p>
        </p:txBody>
      </p:sp>
      <p:sp>
        <p:nvSpPr>
          <p:cNvPr id="10" name="Text 7">
            <a:extLst xmlns:a="http://schemas.openxmlformats.org/drawingml/2006/main">
              <a:ext uri="{FF2B5EF4-FFF2-40B4-BE49-F238E27FC236}">
                <a16:creationId xmlns:a16="http://schemas.microsoft.com/office/drawing/2014/main" id="{365B828B-9760-43F8-B490-8DC23180122A}"/>
              </a:ext>
            </a:extLst>
          </p:cNvPr>
          <p:cNvSpPr>
            <a:spLocks xmlns:a="http://schemas.openxmlformats.org/drawingml/2006/main" noGrp="1"/>
          </p:cNvSpPr>
          <p:nvPr/>
        </p:nvSpPr>
        <p:spPr>
          <a:xfrm xmlns:a="http://schemas.openxmlformats.org/drawingml/2006/main">
            <a:off x="1051560" y="3145536"/>
            <a:ext cx="2514600" cy="4191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defRPr sz="1000" b="1">
                <a:solidFill>
                  <a:srgbClr val="121826"/>
                </a:solidFill>
                <a:latin typeface="Inter"/>
              </a:defRPr>
            </a:pPr>
            <a:r>
              <a:t>Kiểm tra &amp; Gửi duyệt</a:t>
            </a:r>
            <a:endParaRPr sz="1033"/>
          </a:p>
          <a:p xmlns:a="http://schemas.openxmlformats.org/drawingml/2006/main">
            <a:pPr>
              <a:defRPr sz="850">
                <a:solidFill>
                  <a:srgbClr val="475467"/>
                </a:solidFill>
                <a:latin typeface="Inter"/>
              </a:defRPr>
            </a:pPr>
            <a:r>
              <a:t>Tự động tính tổng số lượng, hoàn tất đơn hàng chỉ qua 2 bước.</a:t>
            </a:r>
          </a:p>
        </p:txBody>
      </p:sp>
      <p:sp>
        <p:nvSpPr>
          <p:cNvPr id="12" name="Shape 8">
            <a:extLst xmlns:a="http://schemas.openxmlformats.org/drawingml/2006/main">
              <a:ext uri="{FF2B5EF4-FFF2-40B4-BE49-F238E27FC236}">
                <a16:creationId xmlns:a16="http://schemas.microsoft.com/office/drawing/2014/main" id="{F899692A-E4DA-4994-B3E0-9CEB6413B5F8}"/>
              </a:ext>
            </a:extLst>
          </p:cNvPr>
          <p:cNvSpPr>
            <a:spLocks xmlns:a="http://schemas.openxmlformats.org/drawingml/2006/main" noGrp="1"/>
          </p:cNvSpPr>
          <p:nvPr/>
        </p:nvSpPr>
        <p:spPr>
          <a:xfrm xmlns:a="http://schemas.openxmlformats.org/drawingml/2006/main">
            <a:off x="7596187" y="500063"/>
            <a:ext cx="1047750" cy="190500"/>
          </a:xfrm>
          <a:prstGeom xmlns:a="http://schemas.openxmlformats.org/drawingml/2006/main" prst="rect">
            <a:avLst/>
          </a:prstGeom>
          <a:solidFill xmlns:a="http://schemas.openxmlformats.org/drawingml/2006/main">
            <a:srgbClr val="F7D75C"/>
          </a:solidFill>
        </p:spPr>
        <p:txBody xmlns:a="http://schemas.openxmlformats.org/drawingml/2006/main">
          <a:bodyPr/>
          <a:p/>
        </p:txBody>
      </p:sp>
      <p:sp>
        <p:nvSpPr>
          <p:cNvPr id="13" name="Text 9">
            <a:extLst xmlns:a="http://schemas.openxmlformats.org/drawingml/2006/main">
              <a:ext uri="{FF2B5EF4-FFF2-40B4-BE49-F238E27FC236}">
                <a16:creationId xmlns:a16="http://schemas.microsoft.com/office/drawing/2014/main" id="{353D4177-9789-407B-B6C9-680AF1C0893A}"/>
              </a:ext>
            </a:extLst>
          </p:cNvPr>
          <p:cNvSpPr>
            <a:spLocks xmlns:a="http://schemas.openxmlformats.org/drawingml/2006/main" noGrp="1"/>
          </p:cNvSpPr>
          <p:nvPr/>
        </p:nvSpPr>
        <p:spPr>
          <a:xfrm xmlns:a="http://schemas.openxmlformats.org/drawingml/2006/main">
            <a:off x="7643813" y="528638"/>
            <a:ext cx="952500" cy="13335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ts val="1091"/>
              </a:lnSpc>
              <a:buNone/>
            </a:pPr>
            <a:r>
              <a:rPr sz="855" b="1">
                <a:solidFill>
                  <a:srgbClr val="111315">
                    <a:alpha val="99000"/>
                  </a:srgbClr>
                </a:solidFill>
                <a:latin typeface="Space Grotesk"/>
                <a:ea typeface="Space Grotesk"/>
                <a:cs typeface="Space Grotesk"/>
              </a:rPr>
              <a:t>KỲ 08/2026</a:t>
            </a:r>
            <a:endParaRPr sz="855"/>
          </a:p>
        </p:txBody>
      </p:sp>
      <p:sp>
        <p:nvSpPr>
          <p:cNvPr id="14" name="Text 10">
            <a:extLst xmlns:a="http://schemas.openxmlformats.org/drawingml/2006/main">
              <a:ext uri="{FF2B5EF4-FFF2-40B4-BE49-F238E27FC236}">
                <a16:creationId xmlns:a16="http://schemas.microsoft.com/office/drawing/2014/main" id="{FAC8B358-101B-4B82-B28A-CF1F5D8FBCA2}"/>
              </a:ext>
            </a:extLst>
          </p:cNvPr>
          <p:cNvSpPr>
            <a:spLocks xmlns:a="http://schemas.openxmlformats.org/drawingml/2006/main" noGrp="1"/>
          </p:cNvSpPr>
          <p:nvPr/>
        </p:nvSpPr>
        <p:spPr>
          <a:xfrm xmlns:a="http://schemas.openxmlformats.org/drawingml/2006/main">
            <a:off x="3703320" y="3840480"/>
            <a:ext cx="5010912" cy="180975"/>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035"/>
              </a:lnSpc>
              <a:buNone/>
              <a:defRPr sz="819">
                <a:solidFill>
                  <a:srgbClr val="647382"/>
                </a:solidFill>
                <a:latin typeface="Inter"/>
              </a:defRPr>
            </a:pPr>
            <a:r>
              <a:t>Giao diện đặt hàng 2 bước trực quan, tự động hóa và tiện lợi cho nhân viên.</a:t>
            </a:r>
            <a:endParaRPr sz="855"/>
          </a:p>
        </p:txBody>
      </p:sp>
      <p:sp>
        <p:nvSpPr>
          <p:cNvPr id="15" name="Text 11">
            <a:extLst xmlns:a="http://schemas.openxmlformats.org/drawingml/2006/main">
              <a:ext uri="{FF2B5EF4-FFF2-40B4-BE49-F238E27FC236}">
                <a16:creationId xmlns:a16="http://schemas.microsoft.com/office/drawing/2014/main" id="{5C44E44B-46C1-4231-935E-3698EAF2862A}"/>
              </a:ext>
            </a:extLst>
          </p:cNvPr>
          <p:cNvSpPr>
            <a:spLocks xmlns:a="http://schemas.openxmlformats.org/drawingml/2006/main" noGrp="1"/>
          </p:cNvSpPr>
          <p:nvPr/>
        </p:nvSpPr>
        <p:spPr>
          <a:xfrm xmlns:a="http://schemas.openxmlformats.org/drawingml/2006/main">
            <a:off x="8429625" y="4810125"/>
            <a:ext cx="333375" cy="13335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lnSpc>
                <a:spcPts val="905"/>
              </a:lnSpc>
              <a:buNone/>
              <a:defRPr sz="850" b="1">
                <a:solidFill>
                  <a:srgbClr val="121826"/>
                </a:solidFill>
                <a:latin typeface="Inter"/>
              </a:defRPr>
            </a:pPr>
            <a:r>
              <a:t>05</a:t>
            </a:r>
            <a:endParaRPr sz="748"/>
          </a:p>
        </p:txBody>
      </p:sp>
      <p:sp>
        <p:nvSpPr>
          <p:cNvPr id="16" name="Shape 12">
            <a:extLst xmlns:a="http://schemas.openxmlformats.org/drawingml/2006/main">
              <a:ext uri="{FF2B5EF4-FFF2-40B4-BE49-F238E27FC236}">
                <a16:creationId xmlns:a16="http://schemas.microsoft.com/office/drawing/2014/main" id="{AFA0B335-01EA-44C3-B691-32C73399444D}"/>
              </a:ext>
            </a:extLst>
          </p:cNvPr>
          <p:cNvSpPr>
            <a:spLocks xmlns:a="http://schemas.openxmlformats.org/drawingml/2006/main" noGrp="1"/>
          </p:cNvSpPr>
          <p:nvPr/>
        </p:nvSpPr>
        <p:spPr>
          <a:xfrm xmlns:a="http://schemas.openxmlformats.org/drawingml/2006/main">
            <a:off x="523875" y="4876800"/>
            <a:ext cx="7143750" cy="14288"/>
          </a:xfrm>
          <a:prstGeom xmlns:a="http://schemas.openxmlformats.org/drawingml/2006/main" prst="rect">
            <a:avLst/>
          </a:prstGeom>
          <a:solidFill xmlns:a="http://schemas.openxmlformats.org/drawingml/2006/main">
            <a:srgbClr val="0B2235"/>
          </a:solidFill>
        </p:spPr>
        <p:txBody xmlns:a="http://schemas.openxmlformats.org/drawingml/2006/main">
          <a:bodyPr/>
          <a:p/>
        </p:txBody>
      </p:sp>
      <p:sp>
        <p:nvSpPr>
          <p:cNvPr id="18" name="Khung ảnh giao diện">
            <a:extLst xmlns:a="http://schemas.openxmlformats.org/drawingml/2006/main">
              <a:ext uri="{FF2B5EF4-FFF2-40B4-BE49-F238E27FC236}">
                <a16:creationId xmlns:a16="http://schemas.microsoft.com/office/drawing/2014/main" id="{A2506191-B5F6-4791-A0F3-D76B868D2612}"/>
              </a:ext>
            </a:extLst>
          </p:cNvPr>
          <p:cNvSpPr>
            <a:spLocks xmlns:a="http://schemas.openxmlformats.org/drawingml/2006/main" noGrp="1"/>
          </p:cNvSpPr>
          <p:nvPr/>
        </p:nvSpPr>
        <p:spPr>
          <a:xfrm xmlns:a="http://schemas.openxmlformats.org/drawingml/2006/main">
            <a:off x="3703320" y="658368"/>
            <a:ext cx="5010912" cy="3108960"/>
          </a:xfrm>
          <a:prstGeom xmlns:a="http://schemas.openxmlformats.org/drawingml/2006/main" prst="roundRect">
            <a:avLst>
              <a:gd name="adj" fmla="val 2295"/>
            </a:avLst>
          </a:prstGeom>
          <a:noFill xmlns:a="http://schemas.openxmlformats.org/drawingml/2006/main"/>
          <a:ln xmlns:a="http://schemas.openxmlformats.org/drawingml/2006/main" w="9525">
            <a:solidFill>
              <a:srgbClr val="B9CBC6"/>
            </a:solidFill>
            <a:prstDash val="solid"/>
          </a:ln>
        </p:spPr>
        <p:txBody xmlns:a="http://schemas.openxmlformats.org/drawingml/2006/main">
          <a:bodyPr/>
          <a:p/>
        </p:txBody>
      </p:sp>
      <p:pic xmlns:a="http://schemas.openxmlformats.org/drawingml/2006/main" xmlns:r="http://schemas.openxmlformats.org/officeDocument/2006/relationships">
        <p:nvPicPr>
          <p:cNvPr id="19" name="Image 0" descr="order-create-project-latest.png"/>
          <p:cNvPicPr>
            <a:picLocks noChangeAspect="1"/>
          </p:cNvPicPr>
          <p:nvPr/>
        </p:nvPicPr>
        <p:blipFill>
          <a:blip r:embed="rId4"/>
          <a:stretch>
            <a:fillRect/>
          </a:stretch>
        </p:blipFill>
        <p:spPr>
          <a:xfrm>
            <a:off x="3703320" y="658368"/>
            <a:ext cx="5010912" cy="3108960"/>
          </a:xfrm>
          <a:prstGeom prst="rect">
            <a:avLst/>
          </a:prstGeom>
        </p:spPr>
      </p:pic>
    </p:spTree>
    <p:extLst>
      <p:ext uri="{BB962C8B-B14F-4D97-AF65-F5344CB8AC3E}">
        <p14:creationId xmlns:p14="http://schemas.microsoft.com/office/powerpoint/2010/main" val="1953026125"/>
      </p:ext>
    </p:extLst>
  </p:cSld>
</p:sld>
</file>

<file path=ppt/slides/slide6.xml><?xml version="1.0" encoding="utf-8"?>
<p:sld xmlns:p="http://schemas.openxmlformats.org/presentationml/2006/main">
  <p:cSld>
    <p:bg>
      <p:bgPr>
        <a:solidFill xmlns:a="http://schemas.openxmlformats.org/drawingml/2006/main">
          <a:srgbClr val="F4F0E8"/>
        </a:solidFill>
      </p:bgPr>
    </p:bg>
    <p:spTree>
      <p:nvGrpSpPr>
        <p:cNvPr id="1" name=""/>
        <p:cNvGrpSpPr/>
        <p:nvPr/>
      </p:nvGrpSpPr>
      <p:grpSpPr>
        <a:xfrm xmlns:a="http://schemas.openxmlformats.org/drawingml/2006/main"/>
      </p:grpSpPr>
      <p:sp>
        <p:nvSpPr>
          <p:cNvPr id="3" name="Text 0">
            <a:extLst xmlns:a="http://schemas.openxmlformats.org/drawingml/2006/main">
              <a:ext uri="{FF2B5EF4-FFF2-40B4-BE49-F238E27FC236}">
                <a16:creationId xmlns:a16="http://schemas.microsoft.com/office/drawing/2014/main" id="{743E8FB1-0B80-4121-9CE9-06BEC768F74D}"/>
              </a:ext>
            </a:extLst>
          </p:cNvPr>
          <p:cNvSpPr>
            <a:spLocks xmlns:a="http://schemas.openxmlformats.org/drawingml/2006/main" noGrp="1"/>
          </p:cNvSpPr>
          <p:nvPr/>
        </p:nvSpPr>
        <p:spPr>
          <a:xfrm xmlns:a="http://schemas.openxmlformats.org/drawingml/2006/main">
            <a:off x="523875" y="292608"/>
            <a:ext cx="4286250" cy="161925"/>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992"/>
              </a:lnSpc>
              <a:buNone/>
              <a:defRPr sz="780" b="1">
                <a:solidFill>
                  <a:srgbClr val="00A67E"/>
                </a:solidFill>
                <a:latin typeface="Inter"/>
              </a:defRPr>
            </a:pPr>
            <a:r>
              <a:t>06  ·  TỔNG HỢP &amp; CHỐT KỲ</a:t>
            </a:r>
            <a:endParaRPr sz="819"/>
          </a:p>
        </p:txBody>
      </p:sp>
      <p:sp>
        <p:nvSpPr>
          <p:cNvPr id="4" name="Text 1">
            <a:extLst xmlns:a="http://schemas.openxmlformats.org/drawingml/2006/main">
              <a:ext uri="{FF2B5EF4-FFF2-40B4-BE49-F238E27FC236}">
                <a16:creationId xmlns:a16="http://schemas.microsoft.com/office/drawing/2014/main" id="{54EC2700-48B5-4A76-862C-FFF418C93D3E}"/>
              </a:ext>
            </a:extLst>
          </p:cNvPr>
          <p:cNvSpPr>
            <a:spLocks xmlns:a="http://schemas.openxmlformats.org/drawingml/2006/main" noGrp="1"/>
          </p:cNvSpPr>
          <p:nvPr/>
        </p:nvSpPr>
        <p:spPr>
          <a:xfrm xmlns:a="http://schemas.openxmlformats.org/drawingml/2006/main">
            <a:off x="521207" y="502920"/>
            <a:ext cx="5943600" cy="809625"/>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algn="l">
              <a:buNone/>
              <a:defRPr sz="1800" b="1">
                <a:solidFill>
                  <a:srgbClr val="121826"/>
                </a:solidFill>
                <a:latin typeface="Inter"/>
              </a:defRPr>
            </a:pPr>
            <a:r>
              <a:t>Tổng hợp đơn hàng và chốt kỳ</a:t>
            </a:r>
          </a:p>
          <a:p xmlns:a="http://schemas.openxmlformats.org/drawingml/2006/main">
            <a:pPr>
              <a:defRPr sz="1600" b="1">
                <a:solidFill>
                  <a:srgbClr val="121826"/>
                </a:solidFill>
                <a:latin typeface="Inter"/>
              </a:defRPr>
            </a:pPr>
            <a:r>
              <a:t>Tự động áp dụng bảng giá và tính toán chi phí</a:t>
            </a:r>
          </a:p>
        </p:txBody>
      </p:sp>
      <p:sp>
        <p:nvSpPr>
          <p:cNvPr id="7" name="Text 3">
            <a:extLst xmlns:a="http://schemas.openxmlformats.org/drawingml/2006/main">
              <a:ext uri="{FF2B5EF4-FFF2-40B4-BE49-F238E27FC236}">
                <a16:creationId xmlns:a16="http://schemas.microsoft.com/office/drawing/2014/main" id="{1053A8F4-DA2C-4C9F-B75F-9CF38AF0FD81}"/>
              </a:ext>
            </a:extLst>
          </p:cNvPr>
          <p:cNvSpPr>
            <a:spLocks xmlns:a="http://schemas.openxmlformats.org/drawingml/2006/main" noGrp="1"/>
          </p:cNvSpPr>
          <p:nvPr/>
        </p:nvSpPr>
        <p:spPr>
          <a:xfrm xmlns:a="http://schemas.openxmlformats.org/drawingml/2006/main">
            <a:off x="6446520" y="1600200"/>
            <a:ext cx="2240280" cy="161925"/>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949"/>
              </a:lnSpc>
              <a:buNone/>
              <a:defRPr sz="800" b="1">
                <a:solidFill>
                  <a:srgbClr val="475467"/>
                </a:solidFill>
                <a:latin typeface="Inter"/>
              </a:defRPr>
            </a:pPr>
            <a:r>
              <a:t>THÀNH TIỀN (TRƯỚC VAT)</a:t>
            </a:r>
            <a:endParaRPr sz="784"/>
          </a:p>
        </p:txBody>
      </p:sp>
      <p:sp>
        <p:nvSpPr>
          <p:cNvPr id="8" name="Text 4">
            <a:extLst xmlns:a="http://schemas.openxmlformats.org/drawingml/2006/main">
              <a:ext uri="{FF2B5EF4-FFF2-40B4-BE49-F238E27FC236}">
                <a16:creationId xmlns:a16="http://schemas.microsoft.com/office/drawing/2014/main" id="{2B3899E4-4BCA-41B5-A381-0FDF5A7A2003}"/>
              </a:ext>
            </a:extLst>
          </p:cNvPr>
          <p:cNvSpPr>
            <a:spLocks xmlns:a="http://schemas.openxmlformats.org/drawingml/2006/main" noGrp="1"/>
          </p:cNvSpPr>
          <p:nvPr/>
        </p:nvSpPr>
        <p:spPr>
          <a:xfrm xmlns:a="http://schemas.openxmlformats.org/drawingml/2006/main">
            <a:off x="6446520" y="1783080"/>
            <a:ext cx="2331720" cy="28575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2091"/>
              </a:lnSpc>
              <a:buNone/>
              <a:defRPr sz="1800" b="1">
                <a:solidFill>
                  <a:srgbClr val="121826"/>
                </a:solidFill>
                <a:latin typeface="Space Grotesk"/>
              </a:defRPr>
            </a:pPr>
            <a:r>
              <a:t>119.635.220 đ</a:t>
            </a:r>
            <a:endParaRPr sz="1639"/>
          </a:p>
        </p:txBody>
      </p:sp>
      <p:sp>
        <p:nvSpPr>
          <p:cNvPr id="9" name="Text 5">
            <a:extLst xmlns:a="http://schemas.openxmlformats.org/drawingml/2006/main">
              <a:ext uri="{FF2B5EF4-FFF2-40B4-BE49-F238E27FC236}">
                <a16:creationId xmlns:a16="http://schemas.microsoft.com/office/drawing/2014/main" id="{29B632A1-AF80-476C-8924-73C5FE332FCB}"/>
              </a:ext>
            </a:extLst>
          </p:cNvPr>
          <p:cNvSpPr>
            <a:spLocks xmlns:a="http://schemas.openxmlformats.org/drawingml/2006/main" noGrp="1"/>
          </p:cNvSpPr>
          <p:nvPr/>
        </p:nvSpPr>
        <p:spPr>
          <a:xfrm xmlns:a="http://schemas.openxmlformats.org/drawingml/2006/main">
            <a:off x="6446520" y="2331720"/>
            <a:ext cx="2240280" cy="161925"/>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949"/>
              </a:lnSpc>
              <a:buNone/>
              <a:defRPr sz="800" b="1">
                <a:solidFill>
                  <a:srgbClr val="475467"/>
                </a:solidFill>
                <a:latin typeface="Inter"/>
              </a:defRPr>
            </a:pPr>
            <a:r>
              <a:t>THUẾ VAT</a:t>
            </a:r>
            <a:endParaRPr sz="784"/>
          </a:p>
        </p:txBody>
      </p:sp>
      <p:sp>
        <p:nvSpPr>
          <p:cNvPr id="10" name="Text 6">
            <a:extLst xmlns:a="http://schemas.openxmlformats.org/drawingml/2006/main">
              <a:ext uri="{FF2B5EF4-FFF2-40B4-BE49-F238E27FC236}">
                <a16:creationId xmlns:a16="http://schemas.microsoft.com/office/drawing/2014/main" id="{BE2F3CA7-A384-412B-BE63-19BC22CB6737}"/>
              </a:ext>
            </a:extLst>
          </p:cNvPr>
          <p:cNvSpPr>
            <a:spLocks xmlns:a="http://schemas.openxmlformats.org/drawingml/2006/main" noGrp="1"/>
          </p:cNvSpPr>
          <p:nvPr/>
        </p:nvSpPr>
        <p:spPr>
          <a:xfrm xmlns:a="http://schemas.openxmlformats.org/drawingml/2006/main">
            <a:off x="6446520" y="2514600"/>
            <a:ext cx="2331720" cy="28575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2091"/>
              </a:lnSpc>
              <a:buNone/>
              <a:defRPr sz="1800" b="1">
                <a:solidFill>
                  <a:srgbClr val="121826"/>
                </a:solidFill>
                <a:latin typeface="Space Grotesk"/>
              </a:defRPr>
            </a:pPr>
            <a:r>
              <a:t>9.570.817 đ</a:t>
            </a:r>
            <a:endParaRPr sz="1639"/>
          </a:p>
        </p:txBody>
      </p:sp>
      <p:sp>
        <p:nvSpPr>
          <p:cNvPr id="11" name="Shape 7">
            <a:extLst xmlns:a="http://schemas.openxmlformats.org/drawingml/2006/main">
              <a:ext uri="{FF2B5EF4-FFF2-40B4-BE49-F238E27FC236}">
                <a16:creationId xmlns:a16="http://schemas.microsoft.com/office/drawing/2014/main" id="{BD1788A4-6B67-4DED-9916-AB874E6ACF0E}"/>
              </a:ext>
            </a:extLst>
          </p:cNvPr>
          <p:cNvSpPr>
            <a:spLocks xmlns:a="http://schemas.openxmlformats.org/drawingml/2006/main" noGrp="1"/>
          </p:cNvSpPr>
          <p:nvPr/>
        </p:nvSpPr>
        <p:spPr>
          <a:xfrm xmlns:a="http://schemas.openxmlformats.org/drawingml/2006/main">
            <a:off x="6446520" y="3035808"/>
            <a:ext cx="2148840" cy="14288"/>
          </a:xfrm>
          <a:prstGeom xmlns:a="http://schemas.openxmlformats.org/drawingml/2006/main" prst="rect">
            <a:avLst/>
          </a:prstGeom>
          <a:solidFill xmlns:a="http://schemas.openxmlformats.org/drawingml/2006/main">
            <a:srgbClr val="0B2235"/>
          </a:solidFill>
        </p:spPr>
        <p:txBody xmlns:a="http://schemas.openxmlformats.org/drawingml/2006/main">
          <a:bodyPr/>
          <a:p/>
        </p:txBody>
      </p:sp>
      <p:sp>
        <p:nvSpPr>
          <p:cNvPr id="12" name="Text 8">
            <a:extLst xmlns:a="http://schemas.openxmlformats.org/drawingml/2006/main">
              <a:ext uri="{FF2B5EF4-FFF2-40B4-BE49-F238E27FC236}">
                <a16:creationId xmlns:a16="http://schemas.microsoft.com/office/drawing/2014/main" id="{345698CA-A388-4246-AC0E-CE4FB64F8E42}"/>
              </a:ext>
            </a:extLst>
          </p:cNvPr>
          <p:cNvSpPr>
            <a:spLocks xmlns:a="http://schemas.openxmlformats.org/drawingml/2006/main" noGrp="1"/>
          </p:cNvSpPr>
          <p:nvPr/>
        </p:nvSpPr>
        <p:spPr>
          <a:xfrm xmlns:a="http://schemas.openxmlformats.org/drawingml/2006/main">
            <a:off x="6446520" y="3154680"/>
            <a:ext cx="2240280" cy="161925"/>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949"/>
              </a:lnSpc>
              <a:buNone/>
              <a:defRPr sz="819" b="1">
                <a:solidFill>
                  <a:srgbClr val="00A67E"/>
                </a:solidFill>
                <a:latin typeface="Inter"/>
              </a:defRPr>
            </a:pPr>
            <a:r>
              <a:t>TỔNG CỘNG THANH TOÁN</a:t>
            </a:r>
            <a:endParaRPr sz="784"/>
          </a:p>
        </p:txBody>
      </p:sp>
      <p:sp>
        <p:nvSpPr>
          <p:cNvPr id="13" name="Text 9">
            <a:extLst xmlns:a="http://schemas.openxmlformats.org/drawingml/2006/main">
              <a:ext uri="{FF2B5EF4-FFF2-40B4-BE49-F238E27FC236}">
                <a16:creationId xmlns:a16="http://schemas.microsoft.com/office/drawing/2014/main" id="{2C5BC3F3-5279-4CE3-A9F4-4B609C5922DA}"/>
              </a:ext>
            </a:extLst>
          </p:cNvPr>
          <p:cNvSpPr>
            <a:spLocks xmlns:a="http://schemas.openxmlformats.org/drawingml/2006/main" noGrp="1"/>
          </p:cNvSpPr>
          <p:nvPr/>
        </p:nvSpPr>
        <p:spPr>
          <a:xfrm xmlns:a="http://schemas.openxmlformats.org/drawingml/2006/main">
            <a:off x="6446520" y="3364992"/>
            <a:ext cx="2331720" cy="28575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2182"/>
              </a:lnSpc>
              <a:buNone/>
              <a:defRPr sz="2000" b="1">
                <a:solidFill>
                  <a:srgbClr val="00A67E"/>
                </a:solidFill>
                <a:latin typeface="Space Grotesk"/>
              </a:defRPr>
            </a:pPr>
            <a:r>
              <a:t>129.206.037 đ</a:t>
            </a:r>
            <a:endParaRPr sz="1710"/>
          </a:p>
        </p:txBody>
      </p:sp>
      <p:sp>
        <p:nvSpPr>
          <p:cNvPr id="22" name="Text 18">
            <a:extLst xmlns:a="http://schemas.openxmlformats.org/drawingml/2006/main">
              <a:ext uri="{FF2B5EF4-FFF2-40B4-BE49-F238E27FC236}">
                <a16:creationId xmlns:a16="http://schemas.microsoft.com/office/drawing/2014/main" id="{576A1739-9118-433F-B1FE-7084800B3FE0}"/>
              </a:ext>
            </a:extLst>
          </p:cNvPr>
          <p:cNvSpPr>
            <a:spLocks xmlns:a="http://schemas.openxmlformats.org/drawingml/2006/main" noGrp="1"/>
          </p:cNvSpPr>
          <p:nvPr/>
        </p:nvSpPr>
        <p:spPr>
          <a:xfrm xmlns:a="http://schemas.openxmlformats.org/drawingml/2006/main">
            <a:off x="8429625" y="4810125"/>
            <a:ext cx="333375" cy="13335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lnSpc>
                <a:spcPts val="905"/>
              </a:lnSpc>
              <a:buNone/>
              <a:defRPr sz="850" b="1">
                <a:solidFill>
                  <a:srgbClr val="121826"/>
                </a:solidFill>
                <a:latin typeface="Inter"/>
              </a:defRPr>
            </a:pPr>
            <a:r>
              <a:t>06</a:t>
            </a:r>
            <a:endParaRPr sz="748"/>
          </a:p>
        </p:txBody>
      </p:sp>
      <p:sp>
        <p:nvSpPr>
          <p:cNvPr id="23" name="Shape 19">
            <a:extLst xmlns:a="http://schemas.openxmlformats.org/drawingml/2006/main">
              <a:ext uri="{FF2B5EF4-FFF2-40B4-BE49-F238E27FC236}">
                <a16:creationId xmlns:a16="http://schemas.microsoft.com/office/drawing/2014/main" id="{64C47E61-544D-49E7-B3A4-C39DB0408BA5}"/>
              </a:ext>
            </a:extLst>
          </p:cNvPr>
          <p:cNvSpPr>
            <a:spLocks xmlns:a="http://schemas.openxmlformats.org/drawingml/2006/main" noGrp="1"/>
          </p:cNvSpPr>
          <p:nvPr/>
        </p:nvSpPr>
        <p:spPr>
          <a:xfrm xmlns:a="http://schemas.openxmlformats.org/drawingml/2006/main">
            <a:off x="523875" y="4876800"/>
            <a:ext cx="7143750" cy="14288"/>
          </a:xfrm>
          <a:prstGeom xmlns:a="http://schemas.openxmlformats.org/drawingml/2006/main" prst="rect">
            <a:avLst/>
          </a:prstGeom>
          <a:solidFill xmlns:a="http://schemas.openxmlformats.org/drawingml/2006/main">
            <a:srgbClr val="0B2235"/>
          </a:solidFill>
        </p:spPr>
        <p:txBody xmlns:a="http://schemas.openxmlformats.org/drawingml/2006/main">
          <a:bodyPr/>
          <a:p/>
        </p:txBody>
      </p:sp>
      <p:sp>
        <p:nvSpPr>
          <p:cNvPr id="25" name="Khung ảnh giao diện">
            <a:extLst xmlns:a="http://schemas.openxmlformats.org/drawingml/2006/main">
              <a:ext uri="{FF2B5EF4-FFF2-40B4-BE49-F238E27FC236}">
                <a16:creationId xmlns:a16="http://schemas.microsoft.com/office/drawing/2014/main" id="{038B71BA-7A4D-40DD-93D9-0A1BD4BF74E3}"/>
              </a:ext>
            </a:extLst>
          </p:cNvPr>
          <p:cNvSpPr>
            <a:spLocks xmlns:a="http://schemas.openxmlformats.org/drawingml/2006/main" noGrp="1"/>
          </p:cNvSpPr>
          <p:nvPr/>
        </p:nvSpPr>
        <p:spPr>
          <a:xfrm xmlns:a="http://schemas.openxmlformats.org/drawingml/2006/main">
            <a:off x="521207" y="1536192"/>
            <a:ext cx="5715000" cy="3154680"/>
          </a:xfrm>
          <a:prstGeom xmlns:a="http://schemas.openxmlformats.org/drawingml/2006/main" prst="roundRect">
            <a:avLst>
              <a:gd name="adj" fmla="val 2215"/>
            </a:avLst>
          </a:prstGeom>
          <a:noFill xmlns:a="http://schemas.openxmlformats.org/drawingml/2006/main"/>
          <a:ln xmlns:a="http://schemas.openxmlformats.org/drawingml/2006/main" w="9525">
            <a:solidFill>
              <a:srgbClr val="B9CBC6"/>
            </a:solidFill>
            <a:prstDash val="solid"/>
          </a:ln>
        </p:spPr>
        <p:txBody xmlns:a="http://schemas.openxmlformats.org/drawingml/2006/main">
          <a:bodyPr/>
          <a:p/>
        </p:txBody>
      </p:sp>
      <p:sp xmlns:a="http://schemas.openxmlformats.org/drawingml/2006/main">
        <p:nvSpPr>
          <p:cNvPr id="27" name="Text Summary Badge"/>
          <p:cNvSpPr txBox="1"/>
          <p:nvPr/>
        </p:nvSpPr>
        <p:spPr>
          <a:xfrm>
            <a:off x="6446520" y="3931920"/>
            <a:ext cx="2240280" cy="548640"/>
          </a:xfrm>
          <a:prstGeom prst="rect">
            <a:avLst/>
          </a:prstGeom>
          <a:noFill/>
        </p:spPr>
        <p:txBody>
          <a:bodyPr wrap="none">
            <a:spAutoFit/>
          </a:bodyPr>
          <a:lstStyle/>
          <a:p>
            <a:pPr>
              <a:defRPr sz="850" b="1">
                <a:solidFill>
                  <a:srgbClr val="475467"/>
                </a:solidFill>
                <a:latin typeface="Inter"/>
              </a:defRPr>
            </a:pPr>
            <a:r>
              <a:t>43 phòng ban · 7.463 mặt hàng</a:t>
            </a:r>
          </a:p>
          <a:p>
            <a:pPr>
              <a:defRPr sz="800">
                <a:solidFill>
                  <a:srgbClr val="647382"/>
                </a:solidFill>
                <a:latin typeface="Inter"/>
              </a:defRPr>
            </a:pPr>
            <a:r>
              <a:t>Xuất báo cáo PDF &amp; Excel nhanh</a:t>
            </a:r>
          </a:p>
        </p:txBody>
      </p:sp>
      <p:pic xmlns:a="http://schemas.openxmlformats.org/drawingml/2006/main" xmlns:r="http://schemas.openxmlformats.org/officeDocument/2006/relationships">
        <p:nvPicPr>
          <p:cNvPr id="28" name="Image 0" descr="settlement-period-project-latest.png"/>
          <p:cNvPicPr>
            <a:picLocks noChangeAspect="1"/>
          </p:cNvPicPr>
          <p:nvPr/>
        </p:nvPicPr>
        <p:blipFill>
          <a:blip r:embed="rId5"/>
          <a:stretch>
            <a:fillRect/>
          </a:stretch>
        </p:blipFill>
        <p:spPr>
          <a:xfrm>
            <a:off x="521207" y="1536192"/>
            <a:ext cx="5715000" cy="3154680"/>
          </a:xfrm>
          <a:prstGeom prst="rect">
            <a:avLst/>
          </a:prstGeom>
        </p:spPr>
      </p:pic>
    </p:spTree>
    <p:extLst>
      <p:ext uri="{BB962C8B-B14F-4D97-AF65-F5344CB8AC3E}">
        <p14:creationId xmlns:p14="http://schemas.microsoft.com/office/powerpoint/2010/main" val="1223033785"/>
      </p:ext>
    </p:extLst>
  </p:cSld>
</p:sld>
</file>

<file path=ppt/slides/slide7.xml><?xml version="1.0" encoding="utf-8"?>
<p:sld xmlns:p="http://schemas.openxmlformats.org/presentationml/2006/main">
  <p:cSld>
    <p:bg>
      <p:bgPr>
        <a:solidFill xmlns:a="http://schemas.openxmlformats.org/drawingml/2006/main">
          <a:srgbClr val="D8F2E9"/>
        </a:solidFill>
      </p:bgPr>
    </p:bg>
    <p:spTree>
      <p:nvGrpSpPr>
        <p:cNvPr id="1" name=""/>
        <p:cNvGrpSpPr/>
        <p:nvPr/>
      </p:nvGrpSpPr>
      <p:grpSpPr>
        <a:xfrm xmlns:a="http://schemas.openxmlformats.org/drawingml/2006/main"/>
      </p:grpSpPr>
      <p:sp>
        <p:nvSpPr>
          <p:cNvPr id="3" name="Text 0">
            <a:extLst xmlns:a="http://schemas.openxmlformats.org/drawingml/2006/main">
              <a:ext uri="{FF2B5EF4-FFF2-40B4-BE49-F238E27FC236}">
                <a16:creationId xmlns:a16="http://schemas.microsoft.com/office/drawing/2014/main" id="{AF9E1358-0F54-4852-8163-9A1B0E969BB6}"/>
              </a:ext>
            </a:extLst>
          </p:cNvPr>
          <p:cNvSpPr>
            <a:spLocks xmlns:a="http://schemas.openxmlformats.org/drawingml/2006/main" noGrp="1"/>
          </p:cNvSpPr>
          <p:nvPr/>
        </p:nvSpPr>
        <p:spPr>
          <a:xfrm xmlns:a="http://schemas.openxmlformats.org/drawingml/2006/main">
            <a:off x="523875" y="314325"/>
            <a:ext cx="4286250" cy="161925"/>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992"/>
              </a:lnSpc>
              <a:buNone/>
              <a:defRPr sz="780" b="1">
                <a:solidFill>
                  <a:srgbClr val="00A67E"/>
                </a:solidFill>
                <a:latin typeface="Inter"/>
              </a:defRPr>
            </a:pPr>
            <a:r>
              <a:t>07  ·  MÔ HÌNH DỮ LIỆU</a:t>
            </a:r>
            <a:endParaRPr sz="819"/>
          </a:p>
        </p:txBody>
      </p:sp>
      <p:sp>
        <p:nvSpPr>
          <p:cNvPr id="4" name="Text 1">
            <a:extLst xmlns:a="http://schemas.openxmlformats.org/drawingml/2006/main">
              <a:ext uri="{FF2B5EF4-FFF2-40B4-BE49-F238E27FC236}">
                <a16:creationId xmlns:a16="http://schemas.microsoft.com/office/drawing/2014/main" id="{73D08DB4-2800-4D12-89FA-81B2A0599A8C}"/>
              </a:ext>
            </a:extLst>
          </p:cNvPr>
          <p:cNvSpPr>
            <a:spLocks xmlns:a="http://schemas.openxmlformats.org/drawingml/2006/main" noGrp="1"/>
          </p:cNvSpPr>
          <p:nvPr/>
        </p:nvSpPr>
        <p:spPr>
          <a:xfrm xmlns:a="http://schemas.openxmlformats.org/drawingml/2006/main">
            <a:off x="523875" y="561975"/>
            <a:ext cx="6667500" cy="49530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algn="l">
              <a:buNone/>
              <a:defRPr sz="1800" b="1">
                <a:solidFill>
                  <a:srgbClr val="121826"/>
                </a:solidFill>
                <a:latin typeface="Inter"/>
              </a:defRPr>
            </a:pPr>
            <a:r>
              <a:t>Sơ đồ thực thể – liên kết</a:t>
            </a:r>
          </a:p>
        </p:txBody>
      </p:sp>
      <p:sp>
        <p:nvSpPr>
          <p:cNvPr id="15" name="Text 11">
            <a:extLst xmlns:a="http://schemas.openxmlformats.org/drawingml/2006/main">
              <a:ext uri="{FF2B5EF4-FFF2-40B4-BE49-F238E27FC236}">
                <a16:creationId xmlns:a16="http://schemas.microsoft.com/office/drawing/2014/main" id="{5C44E44B-46C1-4231-935E-3698EAF2862A}"/>
              </a:ext>
            </a:extLst>
          </p:cNvPr>
          <p:cNvSpPr>
            <a:spLocks xmlns:a="http://schemas.openxmlformats.org/drawingml/2006/main" noGrp="1"/>
          </p:cNvSpPr>
          <p:nvPr/>
        </p:nvSpPr>
        <p:spPr>
          <a:xfrm xmlns:a="http://schemas.openxmlformats.org/drawingml/2006/main">
            <a:off x="8429625" y="4810125"/>
            <a:ext cx="333375" cy="13335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lnSpc>
                <a:spcPts val="905"/>
              </a:lnSpc>
              <a:buNone/>
              <a:defRPr sz="850" b="1">
                <a:solidFill>
                  <a:srgbClr val="121826"/>
                </a:solidFill>
                <a:latin typeface="Inter"/>
              </a:defRPr>
            </a:pPr>
            <a:r>
              <a:t>07</a:t>
            </a:r>
            <a:endParaRPr sz="748"/>
          </a:p>
        </p:txBody>
      </p:sp>
      <p:sp>
        <p:nvSpPr>
          <p:cNvPr id="16" name="Shape 12">
            <a:extLst xmlns:a="http://schemas.openxmlformats.org/drawingml/2006/main">
              <a:ext uri="{FF2B5EF4-FFF2-40B4-BE49-F238E27FC236}">
                <a16:creationId xmlns:a16="http://schemas.microsoft.com/office/drawing/2014/main" id="{AFA0B335-01EA-44C3-B691-32C73399444D}"/>
              </a:ext>
            </a:extLst>
          </p:cNvPr>
          <p:cNvSpPr>
            <a:spLocks xmlns:a="http://schemas.openxmlformats.org/drawingml/2006/main" noGrp="1"/>
          </p:cNvSpPr>
          <p:nvPr/>
        </p:nvSpPr>
        <p:spPr>
          <a:xfrm xmlns:a="http://schemas.openxmlformats.org/drawingml/2006/main">
            <a:off x="523875" y="4876800"/>
            <a:ext cx="7143750" cy="14288"/>
          </a:xfrm>
          <a:prstGeom xmlns:a="http://schemas.openxmlformats.org/drawingml/2006/main" prst="rect">
            <a:avLst/>
          </a:prstGeom>
          <a:solidFill xmlns:a="http://schemas.openxmlformats.org/drawingml/2006/main">
            <a:srgbClr val="0B2235"/>
          </a:solidFill>
        </p:spPr>
        <p:txBody xmlns:a="http://schemas.openxmlformats.org/drawingml/2006/main">
          <a:bodyPr/>
          <a:p/>
        </p:txBody>
      </p:sp>
      <p:sp>
        <p:nvSpPr>
          <p:cNvPr id="19" name="Khung ERD Chen tổng thể">
            <a:extLst xmlns:a="http://schemas.openxmlformats.org/drawingml/2006/main">
              <a:ext uri="{FF2B5EF4-FFF2-40B4-BE49-F238E27FC236}">
                <a16:creationId xmlns:a16="http://schemas.microsoft.com/office/drawing/2014/main" id="{894DC3F2-EB01-4519-9275-14FFD8944EE1}"/>
              </a:ext>
            </a:extLst>
          </p:cNvPr>
          <p:cNvSpPr>
            <a:spLocks xmlns:a="http://schemas.openxmlformats.org/drawingml/2006/main" noGrp="1"/>
          </p:cNvSpPr>
          <p:nvPr/>
        </p:nvSpPr>
        <p:spPr>
          <a:xfrm xmlns:a="http://schemas.openxmlformats.org/drawingml/2006/main">
            <a:off x="411480" y="1051560"/>
            <a:ext cx="8321040" cy="36576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txBody xmlns:a="http://schemas.openxmlformats.org/drawingml/2006/main">
          <a:bodyPr/>
          <a:p/>
        </p:txBody>
      </p:sp>
      <p:pic xmlns:a="http://schemas.openxmlformats.org/drawingml/2006/main" xmlns:r="http://schemas.openxmlformats.org/officeDocument/2006/relationships">
        <p:nvPicPr>
          <p:cNvPr id="20" name="ERD Picture" descr="erd-chen-slide07.png"/>
          <p:cNvPicPr>
            <a:picLocks noChangeAspect="1"/>
          </p:cNvPicPr>
          <p:nvPr/>
        </p:nvPicPr>
        <p:blipFill>
          <a:blip r:embed="rId20"/>
          <a:stretch>
            <a:fillRect/>
          </a:stretch>
        </p:blipFill>
        <p:spPr>
          <a:xfrm>
            <a:off x="502920" y="1097280"/>
            <a:ext cx="8138160" cy="3566160"/>
          </a:xfrm>
          <a:prstGeom prst="rect">
            <a:avLst/>
          </a:prstGeom>
        </p:spPr>
      </p:pic>
    </p:spTree>
    <p:extLst>
      <p:ext uri="{BB962C8B-B14F-4D97-AF65-F5344CB8AC3E}">
        <p14:creationId xmlns:p14="http://schemas.microsoft.com/office/powerpoint/2010/main" val="1953026125"/>
      </p:ext>
    </p:extLst>
  </p:cSld>
</p:sld>
</file>

<file path=ppt/slides/slide8.xml><?xml version="1.0" encoding="utf-8"?>
<p:sld xmlns:p="http://schemas.openxmlformats.org/presentationml/2006/main">
  <p:cSld>
    <p:bg>
      <p:bgPr>
        <a:solidFill xmlns:a="http://schemas.openxmlformats.org/drawingml/2006/main">
          <a:srgbClr val="F4F0E8"/>
        </a:solidFill>
      </p:bgPr>
    </p:bg>
    <p:spTree>
      <p:nvGrpSpPr>
        <p:cNvPr id="1" name=""/>
        <p:cNvGrpSpPr/>
        <p:nvPr/>
      </p:nvGrpSpPr>
      <p:grpSpPr>
        <a:xfrm xmlns:a="http://schemas.openxmlformats.org/drawingml/2006/main"/>
      </p:grpSpPr>
      <p:sp>
        <p:nvSpPr>
          <p:cNvPr id="3" name="Shape 0">
            <a:extLst xmlns:a="http://schemas.openxmlformats.org/drawingml/2006/main">
              <a:ext uri="{FF2B5EF4-FFF2-40B4-BE49-F238E27FC236}">
                <a16:creationId xmlns:a16="http://schemas.microsoft.com/office/drawing/2014/main" id="{12AD4D0C-CEDE-4761-8EEF-C957505B5C39}"/>
              </a:ext>
            </a:extLst>
          </p:cNvPr>
          <p:cNvSpPr>
            <a:spLocks xmlns:a="http://schemas.openxmlformats.org/drawingml/2006/main" noGrp="1"/>
          </p:cNvSpPr>
          <p:nvPr/>
        </p:nvSpPr>
        <p:spPr>
          <a:xfrm xmlns:a="http://schemas.openxmlformats.org/drawingml/2006/main">
            <a:off x="4429125" y="0"/>
            <a:ext cx="4714875" cy="5143500"/>
          </a:xfrm>
          <a:prstGeom xmlns:a="http://schemas.openxmlformats.org/drawingml/2006/main" prst="rect">
            <a:avLst/>
          </a:prstGeom>
          <a:solidFill xmlns:a="http://schemas.openxmlformats.org/drawingml/2006/main">
            <a:srgbClr val="D8F2E9"/>
          </a:solidFill>
        </p:spPr>
        <p:txBody xmlns:a="http://schemas.openxmlformats.org/drawingml/2006/main">
          <a:bodyPr/>
          <a:p/>
        </p:txBody>
      </p:sp>
      <p:sp>
        <p:nvSpPr>
          <p:cNvPr id="4" name="Shape 1">
            <a:extLst xmlns:a="http://schemas.openxmlformats.org/drawingml/2006/main">
              <a:ext uri="{FF2B5EF4-FFF2-40B4-BE49-F238E27FC236}">
                <a16:creationId xmlns:a16="http://schemas.microsoft.com/office/drawing/2014/main" id="{4830032D-6171-4084-A8A1-DC89B66C8096}"/>
              </a:ext>
            </a:extLst>
          </p:cNvPr>
          <p:cNvSpPr>
            <a:spLocks xmlns:a="http://schemas.openxmlformats.org/drawingml/2006/main" noGrp="1"/>
          </p:cNvSpPr>
          <p:nvPr/>
        </p:nvSpPr>
        <p:spPr>
          <a:xfrm xmlns:a="http://schemas.openxmlformats.org/drawingml/2006/main">
            <a:off x="4362450" y="0"/>
            <a:ext cx="66675" cy="5143500"/>
          </a:xfrm>
          <a:prstGeom xmlns:a="http://schemas.openxmlformats.org/drawingml/2006/main" prst="rect">
            <a:avLst/>
          </a:prstGeom>
          <a:solidFill xmlns:a="http://schemas.openxmlformats.org/drawingml/2006/main">
            <a:srgbClr val="00A67E"/>
          </a:solidFill>
        </p:spPr>
        <p:txBody xmlns:a="http://schemas.openxmlformats.org/drawingml/2006/main">
          <a:bodyPr/>
          <a:p/>
        </p:txBody>
      </p:sp>
      <p:sp>
        <p:nvSpPr>
          <p:cNvPr id="5" name="Text 2">
            <a:extLst xmlns:a="http://schemas.openxmlformats.org/drawingml/2006/main">
              <a:ext uri="{FF2B5EF4-FFF2-40B4-BE49-F238E27FC236}">
                <a16:creationId xmlns:a16="http://schemas.microsoft.com/office/drawing/2014/main" id="{24F4609D-19DF-4D43-ABC2-0BAD1B4B0557}"/>
              </a:ext>
            </a:extLst>
          </p:cNvPr>
          <p:cNvSpPr>
            <a:spLocks xmlns:a="http://schemas.openxmlformats.org/drawingml/2006/main" noGrp="1"/>
          </p:cNvSpPr>
          <p:nvPr/>
        </p:nvSpPr>
        <p:spPr>
          <a:xfrm xmlns:a="http://schemas.openxmlformats.org/drawingml/2006/main">
            <a:off x="475488" y="356616"/>
            <a:ext cx="411480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862"/>
              </a:lnSpc>
              <a:buNone/>
              <a:defRPr sz="780" b="1">
                <a:solidFill>
                  <a:srgbClr val="00A67E"/>
                </a:solidFill>
                <a:latin typeface="Inter"/>
              </a:defRPr>
            </a:pPr>
            <a:r>
              <a:t>08  ·  KẾT QUẢ &amp; HƯỚNG PHÁT TRIỂN</a:t>
            </a:r>
            <a:endParaRPr sz="784"/>
          </a:p>
        </p:txBody>
      </p:sp>
      <p:sp>
        <p:nvSpPr>
          <p:cNvPr id="6" name="Text 3">
            <a:extLst xmlns:a="http://schemas.openxmlformats.org/drawingml/2006/main">
              <a:ext uri="{FF2B5EF4-FFF2-40B4-BE49-F238E27FC236}">
                <a16:creationId xmlns:a16="http://schemas.microsoft.com/office/drawing/2014/main" id="{10133EE5-1958-435C-B887-6D435DA8ED25}"/>
              </a:ext>
            </a:extLst>
          </p:cNvPr>
          <p:cNvSpPr>
            <a:spLocks xmlns:a="http://schemas.openxmlformats.org/drawingml/2006/main" noGrp="1"/>
          </p:cNvSpPr>
          <p:nvPr/>
        </p:nvSpPr>
        <p:spPr>
          <a:xfrm xmlns:a="http://schemas.openxmlformats.org/drawingml/2006/main">
            <a:off x="476250" y="628650"/>
            <a:ext cx="7143750" cy="62865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algn="l">
              <a:buNone/>
              <a:defRPr sz="1700" b="1">
                <a:solidFill>
                  <a:srgbClr val="121826"/>
                </a:solidFill>
                <a:latin typeface="Inter"/>
              </a:defRPr>
            </a:pPr>
            <a:r>
              <a:t>Kết quả đạt được và hướng phát triển</a:t>
            </a:r>
          </a:p>
        </p:txBody>
      </p:sp>
      <p:sp>
        <p:nvSpPr>
          <p:cNvPr id="7" name="Text 4">
            <a:extLst xmlns:a="http://schemas.openxmlformats.org/drawingml/2006/main">
              <a:ext uri="{FF2B5EF4-FFF2-40B4-BE49-F238E27FC236}">
                <a16:creationId xmlns:a16="http://schemas.microsoft.com/office/drawing/2014/main" id="{72AC7C62-62E9-47E5-A554-FEBA01E30B53}"/>
              </a:ext>
            </a:extLst>
          </p:cNvPr>
          <p:cNvSpPr>
            <a:spLocks xmlns:a="http://schemas.openxmlformats.org/drawingml/2006/main" noGrp="1"/>
          </p:cNvSpPr>
          <p:nvPr/>
        </p:nvSpPr>
        <p:spPr>
          <a:xfrm xmlns:a="http://schemas.openxmlformats.org/drawingml/2006/main">
            <a:off x="475488" y="1051560"/>
            <a:ext cx="347472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862"/>
              </a:lnSpc>
              <a:buNone/>
              <a:defRPr sz="850" b="1">
                <a:solidFill>
                  <a:srgbClr val="B42318"/>
                </a:solidFill>
                <a:latin typeface="Inter"/>
              </a:defRPr>
            </a:pPr>
            <a:r>
              <a:t>TRƯỚC: QUY TRÌNH THỦ CÔNG (EXCEL)</a:t>
            </a:r>
            <a:endParaRPr sz="784"/>
          </a:p>
        </p:txBody>
      </p:sp>
      <p:sp>
        <p:nvSpPr>
          <p:cNvPr id="8" name="Text 5">
            <a:extLst xmlns:a="http://schemas.openxmlformats.org/drawingml/2006/main">
              <a:ext uri="{FF2B5EF4-FFF2-40B4-BE49-F238E27FC236}">
                <a16:creationId xmlns:a16="http://schemas.microsoft.com/office/drawing/2014/main" id="{5A73B623-73E8-4F8B-85DF-4A8DEE3A0FDD}"/>
              </a:ext>
            </a:extLst>
          </p:cNvPr>
          <p:cNvSpPr>
            <a:spLocks xmlns:a="http://schemas.openxmlformats.org/drawingml/2006/main" noGrp="1"/>
          </p:cNvSpPr>
          <p:nvPr/>
        </p:nvSpPr>
        <p:spPr>
          <a:xfrm xmlns:a="http://schemas.openxmlformats.org/drawingml/2006/main">
            <a:off x="475488" y="1261872"/>
            <a:ext cx="3474720" cy="7772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308"/>
              </a:lnSpc>
              <a:spcAft>
                <a:spcPts val="200"/>
              </a:spcAft>
              <a:buNone/>
              <a:defRPr sz="819">
                <a:solidFill>
                  <a:srgbClr val="475467"/>
                </a:solidFill>
                <a:latin typeface="Inter"/>
              </a:defRPr>
            </a:pPr>
            <a:r>
              <a:t>• File Excel phân tán qua Email/Zalo, dễ thất lạc dữ liệu.</a:t>
            </a:r>
            <a:endParaRPr sz="1211"/>
          </a:p>
          <a:p xmlns:a="http://schemas.openxmlformats.org/drawingml/2006/main">
            <a:pPr>
              <a:spcAft>
                <a:spcPts val="200"/>
              </a:spcAft>
              <a:defRPr sz="819">
                <a:solidFill>
                  <a:srgbClr val="475467"/>
                </a:solidFill>
                <a:latin typeface="Inter"/>
              </a:defRPr>
            </a:pPr>
            <a:r>
              <a:t>• Nhập liệu thủ công, dễ sai lệch đơn giá và công thức.</a:t>
            </a:r>
          </a:p>
          <a:p xmlns:a="http://schemas.openxmlformats.org/drawingml/2006/main">
            <a:pPr>
              <a:spcAft>
                <a:spcPts val="200"/>
              </a:spcAft>
              <a:defRPr sz="819">
                <a:solidFill>
                  <a:srgbClr val="475467"/>
                </a:solidFill>
                <a:latin typeface="Inter"/>
              </a:defRPr>
            </a:pPr>
            <a:r>
              <a:t>• Tổng hợp cuối kỳ mất 2–3 ngày, khó kiểm soát số liệu.</a:t>
            </a:r>
          </a:p>
        </p:txBody>
      </p:sp>
      <p:pic>
        <p:nvPicPr>
          <p:cNvPr id="33" name="Image 0"/>
          <p:cNvPicPr>
            <a:picLocks xmlns:a="http://schemas.openxmlformats.org/drawingml/2006/main" noChangeAspect="1"/>
          </p:cNvPicPr>
          <p:nvPr/>
        </p:nvPicPr>
        <p:blipFill>
          <a:blip xmlns:r="http://schemas.openxmlformats.org/officeDocument/2006/relationships" xmlns:a="http://schemas.openxmlformats.org/drawingml/2006/main" r:embed="R81a86ec769ba42a5"/>
          <a:srcRect xmlns:a="http://schemas.openxmlformats.org/drawingml/2006/main" l="0" t="0" r="0" b="0"/>
          <a:stretch xmlns:a="http://schemas.openxmlformats.org/drawingml/2006/main"/>
        </p:blipFill>
        <p:spPr>
          <a:xfrm xmlns:a="http://schemas.openxmlformats.org/drawingml/2006/main">
            <a:off x="475488" y="2084831"/>
            <a:ext cx="3474720" cy="1783080"/>
          </a:xfrm>
          <a:prstGeom xmlns:a="http://schemas.openxmlformats.org/drawingml/2006/main" prst="roundRect">
            <a:avLst>
              <a:gd name="adj" fmla="val 2526"/>
            </a:avLst>
          </a:prstGeom>
        </p:spPr>
      </p:pic>
      <p:sp>
        <p:nvSpPr>
          <p:cNvPr id="12" name="Shape 8">
            <a:extLst xmlns:a="http://schemas.openxmlformats.org/drawingml/2006/main">
              <a:ext uri="{FF2B5EF4-FFF2-40B4-BE49-F238E27FC236}">
                <a16:creationId xmlns:a16="http://schemas.microsoft.com/office/drawing/2014/main" id="{B84935CF-4EDE-4C97-878B-5142F66B1AF4}"/>
              </a:ext>
            </a:extLst>
          </p:cNvPr>
          <p:cNvSpPr>
            <a:spLocks xmlns:a="http://schemas.openxmlformats.org/drawingml/2006/main" noGrp="1"/>
          </p:cNvSpPr>
          <p:nvPr/>
        </p:nvSpPr>
        <p:spPr>
          <a:xfrm xmlns:a="http://schemas.openxmlformats.org/drawingml/2006/main">
            <a:off x="4069080" y="2697480"/>
            <a:ext cx="502920" cy="502920"/>
          </a:xfrm>
          <a:prstGeom xmlns:a="http://schemas.openxmlformats.org/drawingml/2006/main" prst="ellipse">
            <a:avLst/>
          </a:prstGeom>
          <a:solidFill xmlns:a="http://schemas.openxmlformats.org/drawingml/2006/main">
            <a:srgbClr val="00A67E"/>
          </a:solidFill>
        </p:spPr>
        <p:txBody xmlns:a="http://schemas.openxmlformats.org/drawingml/2006/main">
          <a:bodyPr/>
          <a:p/>
        </p:txBody>
      </p:sp>
      <p:sp>
        <p:nvSpPr>
          <p:cNvPr id="13" name="Text 9">
            <a:extLst xmlns:a="http://schemas.openxmlformats.org/drawingml/2006/main">
              <a:ext uri="{FF2B5EF4-FFF2-40B4-BE49-F238E27FC236}">
                <a16:creationId xmlns:a16="http://schemas.microsoft.com/office/drawing/2014/main" id="{750E4B61-F452-4690-AC7C-EA5B6814E961}"/>
              </a:ext>
            </a:extLst>
          </p:cNvPr>
          <p:cNvSpPr>
            <a:spLocks xmlns:a="http://schemas.openxmlformats.org/drawingml/2006/main" noGrp="1"/>
          </p:cNvSpPr>
          <p:nvPr/>
        </p:nvSpPr>
        <p:spPr>
          <a:xfrm xmlns:a="http://schemas.openxmlformats.org/drawingml/2006/main">
            <a:off x="4069080" y="2724912"/>
            <a:ext cx="50292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ts val="2308"/>
              </a:lnSpc>
              <a:buNone/>
              <a:defRPr sz="1400"/>
            </a:pPr>
            <a:r>
              <a:rPr sz="2565" b="1">
                <a:solidFill>
                  <a:srgbClr val="FFFFFF">
                    <a:alpha val="99000"/>
                  </a:srgbClr>
                </a:solidFill>
                <a:latin typeface="Space Grotesk"/>
                <a:ea typeface="Space Grotesk"/>
                <a:cs typeface="Space Grotesk"/>
              </a:rPr>
              <a:t>→</a:t>
            </a:r>
            <a:endParaRPr sz="2565"/>
          </a:p>
        </p:txBody>
      </p:sp>
      <p:sp>
        <p:nvSpPr>
          <p:cNvPr id="14" name="Text 10">
            <a:extLst xmlns:a="http://schemas.openxmlformats.org/drawingml/2006/main">
              <a:ext uri="{FF2B5EF4-FFF2-40B4-BE49-F238E27FC236}">
                <a16:creationId xmlns:a16="http://schemas.microsoft.com/office/drawing/2014/main" id="{BA562CB4-8F3A-4690-8691-EACB0110A9F3}"/>
              </a:ext>
            </a:extLst>
          </p:cNvPr>
          <p:cNvSpPr>
            <a:spLocks xmlns:a="http://schemas.openxmlformats.org/drawingml/2006/main" noGrp="1"/>
          </p:cNvSpPr>
          <p:nvPr/>
        </p:nvSpPr>
        <p:spPr>
          <a:xfrm xmlns:a="http://schemas.openxmlformats.org/drawingml/2006/main">
            <a:off x="4709160" y="1051560"/>
            <a:ext cx="393192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862"/>
              </a:lnSpc>
              <a:buNone/>
              <a:defRPr sz="850" b="1">
                <a:solidFill>
                  <a:srgbClr val="00A67E"/>
                </a:solidFill>
                <a:latin typeface="Inter"/>
              </a:defRPr>
            </a:pPr>
            <a:r>
              <a:t>SAU: HỆ THỐNG GTAS VPP TRỰC TUYẾN</a:t>
            </a:r>
            <a:endParaRPr sz="784"/>
          </a:p>
        </p:txBody>
      </p:sp>
      <p:sp>
        <p:nvSpPr>
          <p:cNvPr id="15" name="Text 11">
            <a:extLst xmlns:a="http://schemas.openxmlformats.org/drawingml/2006/main">
              <a:ext uri="{FF2B5EF4-FFF2-40B4-BE49-F238E27FC236}">
                <a16:creationId xmlns:a16="http://schemas.microsoft.com/office/drawing/2014/main" id="{A5BD9546-2730-427B-8BBB-BD1070683277}"/>
              </a:ext>
            </a:extLst>
          </p:cNvPr>
          <p:cNvSpPr>
            <a:spLocks xmlns:a="http://schemas.openxmlformats.org/drawingml/2006/main" noGrp="1"/>
          </p:cNvSpPr>
          <p:nvPr/>
        </p:nvSpPr>
        <p:spPr>
          <a:xfrm xmlns:a="http://schemas.openxmlformats.org/drawingml/2006/main">
            <a:off x="4709160" y="1261872"/>
            <a:ext cx="3931920" cy="7772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308"/>
              </a:lnSpc>
              <a:spcAft>
                <a:spcPts val="200"/>
              </a:spcAft>
              <a:buNone/>
              <a:defRPr sz="819" b="1">
                <a:solidFill>
                  <a:srgbClr val="121826"/>
                </a:solidFill>
                <a:latin typeface="Inter"/>
              </a:defRPr>
            </a:pPr>
            <a:r>
              <a:t>• Quản lý tập trung theo Kỳ đặt hàng &amp; Bảng giá chuẩn.</a:t>
            </a:r>
            <a:endParaRPr sz="1211"/>
          </a:p>
          <a:p xmlns:a="http://schemas.openxmlformats.org/drawingml/2006/main">
            <a:pPr>
              <a:spcAft>
                <a:spcPts val="200"/>
              </a:spcAft>
              <a:defRPr sz="819">
                <a:solidFill>
                  <a:srgbClr val="121826"/>
                </a:solidFill>
                <a:latin typeface="Inter"/>
              </a:defRPr>
            </a:pPr>
            <a:r>
              <a:t>• Tự động áp giá, tính thuế, kiểm soát hạn mức &amp; bổ sung.</a:t>
            </a:r>
          </a:p>
          <a:p xmlns:a="http://schemas.openxmlformats.org/drawingml/2006/main">
            <a:pPr>
              <a:spcAft>
                <a:spcPts val="200"/>
              </a:spcAft>
              <a:defRPr sz="819">
                <a:solidFill>
                  <a:srgbClr val="121826"/>
                </a:solidFill>
                <a:latin typeface="Inter"/>
              </a:defRPr>
            </a:pPr>
            <a:r>
              <a:t>• Tổng hợp &amp; chốt kỳ tức thì (1-click), xuất PDF/Excel chuẩn.</a:t>
            </a:r>
          </a:p>
        </p:txBody>
      </p:sp>
      <p:pic>
        <p:nvPicPr>
          <p:cNvPr id="38" name="Image 1"/>
          <p:cNvPicPr>
            <a:picLocks xmlns:a="http://schemas.openxmlformats.org/drawingml/2006/main" noChangeAspect="1"/>
          </p:cNvPicPr>
          <p:nvPr/>
        </p:nvPicPr>
        <p:blipFill>
          <a:blip xmlns:r="http://schemas.openxmlformats.org/officeDocument/2006/relationships" xmlns:a="http://schemas.openxmlformats.org/drawingml/2006/main" r:embed="R9c09aadb1672439e"/>
          <a:srcRect xmlns:a="http://schemas.openxmlformats.org/drawingml/2006/main" l="0" t="0" r="0" b="0"/>
          <a:stretch xmlns:a="http://schemas.openxmlformats.org/drawingml/2006/main"/>
        </p:blipFill>
        <p:spPr>
          <a:xfrm xmlns:a="http://schemas.openxmlformats.org/drawingml/2006/main">
            <a:off x="4709160" y="2084831"/>
            <a:ext cx="3931920" cy="1783080"/>
          </a:xfrm>
          <a:prstGeom xmlns:a="http://schemas.openxmlformats.org/drawingml/2006/main" prst="roundRect">
            <a:avLst>
              <a:gd name="adj" fmla="val 2526"/>
            </a:avLst>
          </a:prstGeom>
        </p:spPr>
      </p:pic>
      <p:sp>
        <p:nvSpPr>
          <p:cNvPr id="18" name="Text 12">
            <a:extLst xmlns:a="http://schemas.openxmlformats.org/drawingml/2006/main">
              <a:ext uri="{FF2B5EF4-FFF2-40B4-BE49-F238E27FC236}">
                <a16:creationId xmlns:a16="http://schemas.microsoft.com/office/drawing/2014/main" id="{3E25B5BB-0F65-4440-9AAB-3D1813621832}"/>
              </a:ext>
            </a:extLst>
          </p:cNvPr>
          <p:cNvSpPr>
            <a:spLocks xmlns:a="http://schemas.openxmlformats.org/drawingml/2006/main" noGrp="1"/>
          </p:cNvSpPr>
          <p:nvPr/>
        </p:nvSpPr>
        <p:spPr>
          <a:xfrm xmlns:a="http://schemas.openxmlformats.org/drawingml/2006/main">
            <a:off x="8429625" y="4810125"/>
            <a:ext cx="333375" cy="13335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lnSpc>
                <a:spcPts val="905"/>
              </a:lnSpc>
              <a:buNone/>
              <a:defRPr sz="850" b="1">
                <a:solidFill>
                  <a:srgbClr val="121826"/>
                </a:solidFill>
                <a:latin typeface="Inter"/>
              </a:defRPr>
            </a:pPr>
            <a:r>
              <a:t>08</a:t>
            </a:r>
            <a:endParaRPr sz="748"/>
          </a:p>
        </p:txBody>
      </p:sp>
      <p:sp>
        <p:nvSpPr>
          <p:cNvPr id="19" name="Shape 13">
            <a:extLst xmlns:a="http://schemas.openxmlformats.org/drawingml/2006/main">
              <a:ext uri="{FF2B5EF4-FFF2-40B4-BE49-F238E27FC236}">
                <a16:creationId xmlns:a16="http://schemas.microsoft.com/office/drawing/2014/main" id="{A22D9882-5A31-441E-83E7-FA31AF252B64}"/>
              </a:ext>
            </a:extLst>
          </p:cNvPr>
          <p:cNvSpPr>
            <a:spLocks xmlns:a="http://schemas.openxmlformats.org/drawingml/2006/main" noGrp="1"/>
          </p:cNvSpPr>
          <p:nvPr/>
        </p:nvSpPr>
        <p:spPr>
          <a:xfrm xmlns:a="http://schemas.openxmlformats.org/drawingml/2006/main">
            <a:off x="523875" y="4876800"/>
            <a:ext cx="7143750" cy="14288"/>
          </a:xfrm>
          <a:prstGeom xmlns:a="http://schemas.openxmlformats.org/drawingml/2006/main" prst="rect">
            <a:avLst/>
          </a:prstGeom>
          <a:solidFill xmlns:a="http://schemas.openxmlformats.org/drawingml/2006/main">
            <a:srgbClr val="0B2235"/>
          </a:solidFill>
        </p:spPr>
        <p:txBody xmlns:a="http://schemas.openxmlformats.org/drawingml/2006/main">
          <a:bodyPr/>
          <a:p/>
        </p:txBody>
      </p:sp>
      <p:sp>
        <p:nvSpPr>
          <p:cNvPr id="23" name="Khung ảnh giao diện">
            <a:extLst xmlns:a="http://schemas.openxmlformats.org/drawingml/2006/main">
              <a:ext uri="{FF2B5EF4-FFF2-40B4-BE49-F238E27FC236}">
                <a16:creationId xmlns:a16="http://schemas.microsoft.com/office/drawing/2014/main" id="{352BCF1A-DE99-41A0-B9AD-E8AB2EF8E6A9}"/>
              </a:ext>
            </a:extLst>
          </p:cNvPr>
          <p:cNvSpPr>
            <a:spLocks xmlns:a="http://schemas.openxmlformats.org/drawingml/2006/main" noGrp="1"/>
          </p:cNvSpPr>
          <p:nvPr/>
        </p:nvSpPr>
        <p:spPr>
          <a:xfrm xmlns:a="http://schemas.openxmlformats.org/drawingml/2006/main">
            <a:off x="475488" y="2084831"/>
            <a:ext cx="3474720" cy="1783080"/>
          </a:xfrm>
          <a:prstGeom xmlns:a="http://schemas.openxmlformats.org/drawingml/2006/main" prst="roundRect">
            <a:avLst>
              <a:gd name="adj" fmla="val 2947"/>
            </a:avLst>
          </a:prstGeom>
          <a:noFill xmlns:a="http://schemas.openxmlformats.org/drawingml/2006/main"/>
          <a:ln xmlns:a="http://schemas.openxmlformats.org/drawingml/2006/main" w="9525">
            <a:solidFill>
              <a:srgbClr val="B9CBC6"/>
            </a:solidFill>
            <a:prstDash val="solid"/>
          </a:ln>
        </p:spPr>
        <p:txBody xmlns:a="http://schemas.openxmlformats.org/drawingml/2006/main">
          <a:bodyPr/>
          <a:p/>
        </p:txBody>
      </p:sp>
      <p:sp>
        <p:nvSpPr>
          <p:cNvPr id="24" name="Khung ảnh giao diện">
            <a:extLst xmlns:a="http://schemas.openxmlformats.org/drawingml/2006/main">
              <a:ext uri="{FF2B5EF4-FFF2-40B4-BE49-F238E27FC236}">
                <a16:creationId xmlns:a16="http://schemas.microsoft.com/office/drawing/2014/main" id="{DC0100E7-9B86-4F1C-848B-3007F5CDD9EF}"/>
              </a:ext>
            </a:extLst>
          </p:cNvPr>
          <p:cNvSpPr>
            <a:spLocks xmlns:a="http://schemas.openxmlformats.org/drawingml/2006/main" noGrp="1"/>
          </p:cNvSpPr>
          <p:nvPr/>
        </p:nvSpPr>
        <p:spPr>
          <a:xfrm xmlns:a="http://schemas.openxmlformats.org/drawingml/2006/main">
            <a:off x="4709160" y="2084831"/>
            <a:ext cx="3931920" cy="1783080"/>
          </a:xfrm>
          <a:prstGeom xmlns:a="http://schemas.openxmlformats.org/drawingml/2006/main" prst="roundRect">
            <a:avLst>
              <a:gd name="adj" fmla="val 2947"/>
            </a:avLst>
          </a:prstGeom>
          <a:noFill xmlns:a="http://schemas.openxmlformats.org/drawingml/2006/main"/>
          <a:ln xmlns:a="http://schemas.openxmlformats.org/drawingml/2006/main" w="9525">
            <a:solidFill>
              <a:srgbClr val="B9CBC6"/>
            </a:solidFill>
            <a:prstDash val="solid"/>
          </a:ln>
        </p:spPr>
        <p:txBody xmlns:a="http://schemas.openxmlformats.org/drawingml/2006/main">
          <a:bodyPr/>
          <a:p/>
        </p:txBody>
      </p:sp>
      <p:sp xmlns:a="http://schemas.openxmlformats.org/drawingml/2006/main">
        <p:nvSpPr>
          <p:cNvPr id="39" name="FooterCard"/>
          <p:cNvSpPr/>
          <p:nvPr/>
        </p:nvSpPr>
        <p:spPr>
          <a:xfrm>
            <a:off x="475488" y="3950208"/>
            <a:ext cx="8165592" cy="777240"/>
          </a:xfrm>
          <a:prstGeom prst="roundRect">
            <a:avLst/>
          </a:prstGeom>
          <a:solidFill>
            <a:srgbClr val="F8FAFC"/>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73152" bIns="73152"/>
          <a:lstStyle/>
          <a:p>
            <a:pPr algn="ctr">
              <a:spcAft>
                <a:spcPts val="200"/>
              </a:spcAft>
              <a:defRPr sz="819" b="1">
                <a:solidFill>
                  <a:srgbClr val="0B5A46"/>
                </a:solidFill>
                <a:latin typeface="Inter"/>
              </a:defRPr>
            </a:pPr>
            <a:r>
              <a:t>🚀 HƯỚNG PHÁT TRIỂN TIẾP THEO:</a:t>
            </a:r>
          </a:p>
          <a:p>
            <a:pPr algn="ctr">
              <a:defRPr sz="800" b="0">
                <a:solidFill>
                  <a:srgbClr val="121826"/>
                </a:solidFill>
                <a:latin typeface="Inter"/>
              </a:defRPr>
            </a:pPr>
            <a:r>
              <a:t>1. Mua hàng (PO) &amp; Quản lý Hợp đồng NCC    ·    2. Đấu thầu &amp; So sánh báo giá đa NCC    ·    3. Quản lý Kho &amp; Phân bổ về phòng ban</a:t>
            </a:r>
          </a:p>
        </p:txBody>
      </p:sp>
    </p:spTree>
    <p:extLst>
      <p:ext uri="{BB962C8B-B14F-4D97-AF65-F5344CB8AC3E}">
        <p14:creationId xmlns:p14="http://schemas.microsoft.com/office/powerpoint/2010/main" val="103122864"/>
      </p:ext>
    </p:extLst>
  </p:cSld>
</p:sld>
</file>

<file path=ppt/slides/slide9.xml><?xml version="1.0" encoding="utf-8"?>
<p:sld xmlns:p="http://schemas.openxmlformats.org/presentationml/2006/main">
  <p:cSld>
    <p:bg>
      <p:bgPr>
        <a:solidFill xmlns:a="http://schemas.openxmlformats.org/drawingml/2006/main">
          <a:srgbClr val="F4F0E8"/>
        </a:solidFill>
      </p:bgPr>
    </p:bg>
    <p:spTree>
      <p:nvGrpSpPr>
        <p:cNvPr id="1" name=""/>
        <p:cNvGrpSpPr/>
        <p:nvPr/>
      </p:nvGrpSpPr>
      <p:grpSpPr>
        <a:xfrm xmlns:a="http://schemas.openxmlformats.org/drawingml/2006/main"/>
      </p:grpSpPr>
      <p:sp>
        <p:nvSpPr>
          <p:cNvPr id="16" name="Text 13">
            <a:extLst xmlns:a="http://schemas.openxmlformats.org/drawingml/2006/main">
              <a:ext uri="{FF2B5EF4-FFF2-40B4-BE49-F238E27FC236}">
                <a16:creationId xmlns:a16="http://schemas.microsoft.com/office/drawing/2014/main" id="{7CE1B6CB-89D9-4F5E-86E8-0D5169D61809}"/>
              </a:ext>
            </a:extLst>
          </p:cNvPr>
          <p:cNvSpPr>
            <a:spLocks xmlns:a="http://schemas.openxmlformats.org/drawingml/2006/main" noGrp="1"/>
          </p:cNvSpPr>
          <p:nvPr/>
        </p:nvSpPr>
        <p:spPr>
          <a:xfrm xmlns:a="http://schemas.openxmlformats.org/drawingml/2006/main">
            <a:off x="8429625" y="4810125"/>
            <a:ext cx="333375" cy="13335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lnSpc>
                <a:spcPts val="905"/>
              </a:lnSpc>
              <a:buNone/>
              <a:defRPr sz="850" b="1">
                <a:solidFill>
                  <a:srgbClr val="121826"/>
                </a:solidFill>
                <a:latin typeface="Inter"/>
              </a:defRPr>
            </a:pPr>
            <a:r>
              <a:t>09</a:t>
            </a:r>
            <a:endParaRPr sz="748"/>
          </a:p>
        </p:txBody>
      </p:sp>
      <p:sp>
        <p:nvSpPr>
          <p:cNvPr id="17" name="Shape 14">
            <a:extLst xmlns:a="http://schemas.openxmlformats.org/drawingml/2006/main">
              <a:ext uri="{FF2B5EF4-FFF2-40B4-BE49-F238E27FC236}">
                <a16:creationId xmlns:a16="http://schemas.microsoft.com/office/drawing/2014/main" id="{8D835643-0D5D-4E93-BB33-DEE684FA2F31}"/>
              </a:ext>
            </a:extLst>
          </p:cNvPr>
          <p:cNvSpPr>
            <a:spLocks xmlns:a="http://schemas.openxmlformats.org/drawingml/2006/main" noGrp="1"/>
          </p:cNvSpPr>
          <p:nvPr/>
        </p:nvSpPr>
        <p:spPr>
          <a:xfrm xmlns:a="http://schemas.openxmlformats.org/drawingml/2006/main">
            <a:off x="521207" y="4873752"/>
            <a:ext cx="7141464" cy="18288"/>
          </a:xfrm>
          <a:prstGeom xmlns:a="http://schemas.openxmlformats.org/drawingml/2006/main" prst="rect">
            <a:avLst/>
          </a:prstGeom>
          <a:solidFill xmlns:a="http://schemas.openxmlformats.org/drawingml/2006/main">
            <a:srgbClr val="00A67E"/>
          </a:solidFill>
        </p:spPr>
        <p:txBody xmlns:a="http://schemas.openxmlformats.org/drawingml/2006/main">
          <a:bodyPr/>
          <a:p/>
        </p:txBody>
      </p:sp>
      <p:sp xmlns:a="http://schemas.openxmlformats.org/drawingml/2006/main">
        <p:nvSpPr>
          <p:cNvPr id="18" name="TextBox 17"/>
          <p:cNvSpPr txBox="1"/>
          <p:nvPr/>
        </p:nvSpPr>
        <p:spPr>
          <a:xfrm>
            <a:off x="475488" y="347472"/>
            <a:ext cx="4114800" cy="182880"/>
          </a:xfrm>
          <a:prstGeom prst="rect">
            <a:avLst/>
          </a:prstGeom>
          <a:noFill/>
        </p:spPr>
        <p:txBody>
          <a:bodyPr wrap="none" lIns="0" tIns="0" rIns="0" bIns="0">
            <a:spAutoFit/>
          </a:bodyPr>
          <a:lstStyle/>
          <a:p>
            <a:pPr>
              <a:defRPr sz="780" b="1">
                <a:solidFill>
                  <a:srgbClr val="00A67E"/>
                </a:solidFill>
                <a:latin typeface="Inter"/>
              </a:defRPr>
            </a:pPr>
            <a:r>
              <a:t>09  ·  THỰC NGHIỆM HỆ THỐNG</a:t>
            </a:r>
          </a:p>
        </p:txBody>
      </p:sp>
      <p:sp xmlns:a="http://schemas.openxmlformats.org/drawingml/2006/main">
        <p:nvSpPr>
          <p:cNvPr id="19" name="TextBox 18"/>
          <p:cNvSpPr txBox="1"/>
          <p:nvPr/>
        </p:nvSpPr>
        <p:spPr>
          <a:xfrm>
            <a:off x="475488" y="603504"/>
            <a:ext cx="6858000" cy="347472"/>
          </a:xfrm>
          <a:prstGeom prst="rect">
            <a:avLst/>
          </a:prstGeom>
          <a:noFill/>
        </p:spPr>
        <p:txBody>
          <a:bodyPr wrap="none" lIns="0" tIns="0" rIns="0" bIns="0">
            <a:spAutoFit/>
          </a:bodyPr>
          <a:lstStyle/>
          <a:p>
            <a:pPr>
              <a:defRPr sz="1700" b="1">
                <a:solidFill>
                  <a:srgbClr val="121826"/>
                </a:solidFill>
                <a:latin typeface="Inter"/>
              </a:defRPr>
            </a:pPr>
            <a:r>
              <a:t>Nội dung Demo trực tiếp trên hệ thống</a:t>
            </a:r>
          </a:p>
        </p:txBody>
      </p:sp>
      <p:sp xmlns:a="http://schemas.openxmlformats.org/drawingml/2006/main">
        <p:nvSpPr>
          <p:cNvPr id="20" name="Rounded Rectangle 19"/>
          <p:cNvSpPr/>
          <p:nvPr/>
        </p:nvSpPr>
        <p:spPr>
          <a:xfrm>
            <a:off x="475488" y="1115568"/>
            <a:ext cx="2596896" cy="3383280"/>
          </a:xfrm>
          <a:prstGeom prst="round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1" name="Rounded Rectangle 20"/>
          <p:cNvSpPr/>
          <p:nvPr/>
        </p:nvSpPr>
        <p:spPr>
          <a:xfrm>
            <a:off x="640080" y="1298448"/>
            <a:ext cx="1005840" cy="256032"/>
          </a:xfrm>
          <a:prstGeom prst="roundRect">
            <a:avLst/>
          </a:prstGeom>
          <a:solidFill>
            <a:srgbClr val="EFF8FF"/>
          </a:solidFill>
          <a:ln>
            <a:no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780" b="1">
                <a:solidFill>
                  <a:srgbClr val="175CD3"/>
                </a:solidFill>
                <a:latin typeface="Inter"/>
              </a:defRPr>
            </a:pPr>
            <a:r>
              <a:t>QUY TRÌNH 01</a:t>
            </a:r>
          </a:p>
        </p:txBody>
      </p:sp>
      <p:sp xmlns:a="http://schemas.openxmlformats.org/drawingml/2006/main">
        <p:nvSpPr>
          <p:cNvPr id="22" name="TextBox 21"/>
          <p:cNvSpPr txBox="1"/>
          <p:nvPr/>
        </p:nvSpPr>
        <p:spPr>
          <a:xfrm>
            <a:off x="640080" y="1664208"/>
            <a:ext cx="2267712" cy="2697480"/>
          </a:xfrm>
          <a:prstGeom prst="rect">
            <a:avLst/>
          </a:prstGeom>
          <a:noFill/>
        </p:spPr>
        <p:txBody>
          <a:bodyPr wrap="square" lIns="0" tIns="0" rIns="0" bIns="0">
            <a:spAutoFit/>
          </a:bodyPr>
          <a:lstStyle/>
          <a:p>
            <a:pPr>
              <a:spcAft>
                <a:spcPts val="400"/>
              </a:spcAft>
              <a:defRPr sz="1300" b="1">
                <a:solidFill>
                  <a:srgbClr val="121826"/>
                </a:solidFill>
                <a:latin typeface="Inter"/>
              </a:defRPr>
            </a:pPr>
            <a:r>
              <a:t>Đặt hàng theo kỳ</a:t>
            </a:r>
          </a:p>
          <a:p>
            <a:pPr>
              <a:spcAft>
                <a:spcPts val="1400"/>
              </a:spcAft>
              <a:defRPr sz="850" b="1">
                <a:solidFill>
                  <a:srgbClr val="00A67E"/>
                </a:solidFill>
                <a:latin typeface="Inter"/>
              </a:defRPr>
            </a:pPr>
            <a:r>
              <a:t>👤 Vai trò: Nhân viên</a:t>
            </a:r>
          </a:p>
          <a:p>
            <a:pPr>
              <a:spcAft>
                <a:spcPts val="600"/>
              </a:spcAft>
              <a:defRPr sz="850">
                <a:solidFill>
                  <a:srgbClr val="344054"/>
                </a:solidFill>
                <a:latin typeface="Inter"/>
              </a:defRPr>
            </a:pPr>
            <a:r>
              <a:t>• Mở kỳ đặt hàng của tháng.</a:t>
            </a:r>
          </a:p>
          <a:p>
            <a:pPr>
              <a:spcAft>
                <a:spcPts val="600"/>
              </a:spcAft>
              <a:defRPr sz="850">
                <a:solidFill>
                  <a:srgbClr val="344054"/>
                </a:solidFill>
                <a:latin typeface="Inter"/>
              </a:defRPr>
            </a:pPr>
            <a:r>
              <a:t>• Chọn mặt hàng và nhập số lượng.</a:t>
            </a:r>
          </a:p>
          <a:p>
            <a:pPr>
              <a:spcAft>
                <a:spcPts val="600"/>
              </a:spcAft>
              <a:defRPr sz="850">
                <a:solidFill>
                  <a:srgbClr val="344054"/>
                </a:solidFill>
                <a:latin typeface="Inter"/>
              </a:defRPr>
            </a:pPr>
            <a:r>
              <a:t>• Xem trước đơn giá và thuế VAT.</a:t>
            </a:r>
          </a:p>
          <a:p>
            <a:pPr>
              <a:spcAft>
                <a:spcPts val="600"/>
              </a:spcAft>
              <a:defRPr sz="850">
                <a:solidFill>
                  <a:srgbClr val="344054"/>
                </a:solidFill>
                <a:latin typeface="Inter"/>
              </a:defRPr>
            </a:pPr>
            <a:r>
              <a:t>• Gửi đơn đặt hàng của phòng ban.</a:t>
            </a:r>
          </a:p>
        </p:txBody>
      </p:sp>
      <p:sp xmlns:a="http://schemas.openxmlformats.org/drawingml/2006/main">
        <p:nvSpPr>
          <p:cNvPr id="23" name="Rounded Rectangle 22"/>
          <p:cNvSpPr/>
          <p:nvPr/>
        </p:nvSpPr>
        <p:spPr>
          <a:xfrm>
            <a:off x="3255264" y="1115568"/>
            <a:ext cx="2596896" cy="3383280"/>
          </a:xfrm>
          <a:prstGeom prst="round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Rounded Rectangle 23"/>
          <p:cNvSpPr/>
          <p:nvPr/>
        </p:nvSpPr>
        <p:spPr>
          <a:xfrm>
            <a:off x="3419856" y="1298448"/>
            <a:ext cx="1005840" cy="256032"/>
          </a:xfrm>
          <a:prstGeom prst="roundRect">
            <a:avLst/>
          </a:prstGeom>
          <a:solidFill>
            <a:srgbClr val="FEF6EE"/>
          </a:solidFill>
          <a:ln>
            <a:no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780" b="1">
                <a:solidFill>
                  <a:srgbClr val="B54708"/>
                </a:solidFill>
                <a:latin typeface="Inter"/>
              </a:defRPr>
            </a:pPr>
            <a:r>
              <a:t>QUY TRÌNH 02</a:t>
            </a:r>
          </a:p>
        </p:txBody>
      </p:sp>
      <p:sp xmlns:a="http://schemas.openxmlformats.org/drawingml/2006/main">
        <p:nvSpPr>
          <p:cNvPr id="25" name="TextBox 24"/>
          <p:cNvSpPr txBox="1"/>
          <p:nvPr/>
        </p:nvSpPr>
        <p:spPr>
          <a:xfrm>
            <a:off x="3419856" y="1664208"/>
            <a:ext cx="2267712" cy="2697480"/>
          </a:xfrm>
          <a:prstGeom prst="rect">
            <a:avLst/>
          </a:prstGeom>
          <a:noFill/>
        </p:spPr>
        <p:txBody>
          <a:bodyPr wrap="square" lIns="0" tIns="0" rIns="0" bIns="0">
            <a:spAutoFit/>
          </a:bodyPr>
          <a:lstStyle/>
          <a:p>
            <a:pPr>
              <a:spcAft>
                <a:spcPts val="400"/>
              </a:spcAft>
              <a:defRPr sz="1300" b="1">
                <a:solidFill>
                  <a:srgbClr val="121826"/>
                </a:solidFill>
                <a:latin typeface="Inter"/>
              </a:defRPr>
            </a:pPr>
            <a:r>
              <a:t>Xử lý đơn bổ sung</a:t>
            </a:r>
          </a:p>
          <a:p>
            <a:pPr>
              <a:spcAft>
                <a:spcPts val="1400"/>
              </a:spcAft>
              <a:defRPr sz="850" b="1">
                <a:solidFill>
                  <a:srgbClr val="00A67E"/>
                </a:solidFill>
                <a:latin typeface="Inter"/>
              </a:defRPr>
            </a:pPr>
            <a:r>
              <a:t>👤 Vai trò: Quản lý</a:t>
            </a:r>
          </a:p>
          <a:p>
            <a:pPr>
              <a:spcAft>
                <a:spcPts val="600"/>
              </a:spcAft>
              <a:defRPr sz="850">
                <a:solidFill>
                  <a:srgbClr val="344054"/>
                </a:solidFill>
                <a:latin typeface="Inter"/>
              </a:defRPr>
            </a:pPr>
            <a:r>
              <a:t>• Đặt hàng khi kỳ chính đã hết hạn.</a:t>
            </a:r>
          </a:p>
          <a:p>
            <a:pPr>
              <a:spcAft>
                <a:spcPts val="600"/>
              </a:spcAft>
              <a:defRPr sz="850">
                <a:solidFill>
                  <a:srgbClr val="344054"/>
                </a:solidFill>
                <a:latin typeface="Inter"/>
              </a:defRPr>
            </a:pPr>
            <a:r>
              <a:t>• Nhập lý do cần bổ sung phát sinh.</a:t>
            </a:r>
          </a:p>
          <a:p>
            <a:pPr>
              <a:spcAft>
                <a:spcPts val="600"/>
              </a:spcAft>
              <a:defRPr sz="850">
                <a:solidFill>
                  <a:srgbClr val="344054"/>
                </a:solidFill>
                <a:latin typeface="Inter"/>
              </a:defRPr>
            </a:pPr>
            <a:r>
              <a:t>• Quản lý kiểm tra và xem xét đơn.</a:t>
            </a:r>
          </a:p>
          <a:p>
            <a:pPr>
              <a:spcAft>
                <a:spcPts val="600"/>
              </a:spcAft>
              <a:defRPr sz="850">
                <a:solidFill>
                  <a:srgbClr val="344054"/>
                </a:solidFill>
                <a:latin typeface="Inter"/>
              </a:defRPr>
            </a:pPr>
            <a:r>
              <a:t>• Duyệt hoặc từ chối đơn bổ sung.</a:t>
            </a:r>
          </a:p>
        </p:txBody>
      </p:sp>
      <p:sp xmlns:a="http://schemas.openxmlformats.org/drawingml/2006/main">
        <p:nvSpPr>
          <p:cNvPr id="26" name="Rounded Rectangle 25"/>
          <p:cNvSpPr/>
          <p:nvPr/>
        </p:nvSpPr>
        <p:spPr>
          <a:xfrm>
            <a:off x="6035040" y="1115568"/>
            <a:ext cx="2596896" cy="3383280"/>
          </a:xfrm>
          <a:prstGeom prst="round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7" name="Rounded Rectangle 26"/>
          <p:cNvSpPr/>
          <p:nvPr/>
        </p:nvSpPr>
        <p:spPr>
          <a:xfrm>
            <a:off x="6199632" y="1298448"/>
            <a:ext cx="1005840" cy="256032"/>
          </a:xfrm>
          <a:prstGeom prst="roundRect">
            <a:avLst/>
          </a:prstGeom>
          <a:solidFill>
            <a:srgbClr val="EBFDF5"/>
          </a:solidFill>
          <a:ln>
            <a:no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780" b="1">
                <a:solidFill>
                  <a:srgbClr val="027A48"/>
                </a:solidFill>
                <a:latin typeface="Inter"/>
              </a:defRPr>
            </a:pPr>
            <a:r>
              <a:t>QUY TRÌNH 03</a:t>
            </a:r>
          </a:p>
        </p:txBody>
      </p:sp>
      <p:sp xmlns:a="http://schemas.openxmlformats.org/drawingml/2006/main">
        <p:nvSpPr>
          <p:cNvPr id="28" name="TextBox 27"/>
          <p:cNvSpPr txBox="1"/>
          <p:nvPr/>
        </p:nvSpPr>
        <p:spPr>
          <a:xfrm>
            <a:off x="6199632" y="1664208"/>
            <a:ext cx="2267712" cy="2697480"/>
          </a:xfrm>
          <a:prstGeom prst="rect">
            <a:avLst/>
          </a:prstGeom>
          <a:noFill/>
        </p:spPr>
        <p:txBody>
          <a:bodyPr wrap="square" lIns="0" tIns="0" rIns="0" bIns="0">
            <a:spAutoFit/>
          </a:bodyPr>
          <a:lstStyle/>
          <a:p>
            <a:pPr>
              <a:spcAft>
                <a:spcPts val="400"/>
              </a:spcAft>
              <a:defRPr sz="1300" b="1">
                <a:solidFill>
                  <a:srgbClr val="121826"/>
                </a:solidFill>
                <a:latin typeface="Inter"/>
              </a:defRPr>
            </a:pPr>
            <a:r>
              <a:t>Tổng hợp &amp; Chốt kỳ</a:t>
            </a:r>
          </a:p>
          <a:p>
            <a:pPr>
              <a:spcAft>
                <a:spcPts val="1400"/>
              </a:spcAft>
              <a:defRPr sz="850" b="1">
                <a:solidFill>
                  <a:srgbClr val="00A67E"/>
                </a:solidFill>
                <a:latin typeface="Inter"/>
              </a:defRPr>
            </a:pPr>
            <a:r>
              <a:t>👤 Vai trò: Quản lý</a:t>
            </a:r>
          </a:p>
          <a:p>
            <a:pPr>
              <a:spcAft>
                <a:spcPts val="600"/>
              </a:spcAft>
              <a:defRPr sz="850">
                <a:solidFill>
                  <a:srgbClr val="344054"/>
                </a:solidFill>
                <a:latin typeface="Inter"/>
              </a:defRPr>
            </a:pPr>
            <a:r>
              <a:t>• Xem tổng hợp đơn của các phòng ban.</a:t>
            </a:r>
          </a:p>
          <a:p>
            <a:pPr>
              <a:spcAft>
                <a:spcPts val="600"/>
              </a:spcAft>
              <a:defRPr sz="850">
                <a:solidFill>
                  <a:srgbClr val="344054"/>
                </a:solidFill>
                <a:latin typeface="Inter"/>
              </a:defRPr>
            </a:pPr>
            <a:r>
              <a:t>• Chọn bảng giá nhà cung cấp áp dụng.</a:t>
            </a:r>
          </a:p>
          <a:p>
            <a:pPr>
              <a:spcAft>
                <a:spcPts val="600"/>
              </a:spcAft>
              <a:defRPr sz="850">
                <a:solidFill>
                  <a:srgbClr val="344054"/>
                </a:solidFill>
                <a:latin typeface="Inter"/>
              </a:defRPr>
            </a:pPr>
            <a:r>
              <a:t>• Chốt kỳ để khóa và cố định số liệu.</a:t>
            </a:r>
          </a:p>
          <a:p>
            <a:pPr>
              <a:spcAft>
                <a:spcPts val="600"/>
              </a:spcAft>
              <a:defRPr sz="850">
                <a:solidFill>
                  <a:srgbClr val="344054"/>
                </a:solidFill>
                <a:latin typeface="Inter"/>
              </a:defRPr>
            </a:pPr>
            <a:r>
              <a:t>• Xuất file báo cáo PDF và Excel.</a:t>
            </a:r>
          </a:p>
        </p:txBody>
      </p:sp>
    </p:spTree>
    <p:extLst>
      <p:ext uri="{BB962C8B-B14F-4D97-AF65-F5344CB8AC3E}">
        <p14:creationId xmlns:p14="http://schemas.microsoft.com/office/powerpoint/2010/main" val="1449455943"/>
      </p:ext>
    </p:extLst>
  </p:cSld>
</p:sld>
</file>

<file path=ppt/slides/slide10.xml><?xml version="1.0" encoding="utf-8"?>
<p:sld xmlns:p="http://schemas.openxmlformats.org/presentationml/2006/main">
  <p:cSld>
    <p:bg>
      <p:bgPr>
        <a:solidFill xmlns:a="http://schemas.openxmlformats.org/drawingml/2006/main">
          <a:srgbClr val="F4F0E8"/>
        </a:solidFill>
      </p:bgPr>
    </p:bg>
    <p:spTree>
      <p:nvGrpSpPr>
        <p:cNvPr id="1" name=""/>
        <p:cNvGrpSpPr/>
        <p:nvPr/>
      </p:nvGrpSpPr>
      <p:grpSpPr>
        <a:xfrm xmlns:a="http://schemas.openxmlformats.org/drawingml/2006/main"/>
      </p:grpSpPr>
      <p:sp>
        <p:nvSpPr>
          <p:cNvPr id="3" name="Shape 0">
            <a:extLst xmlns:a="http://schemas.openxmlformats.org/drawingml/2006/main">
              <a:ext uri="{FF2B5EF4-FFF2-40B4-BE49-F238E27FC236}">
                <a16:creationId xmlns:a16="http://schemas.microsoft.com/office/drawing/2014/main" id="{12AD4D0C-CEDE-4761-8EEF-C957505B5C39}"/>
              </a:ext>
            </a:extLst>
          </p:cNvPr>
          <p:cNvSpPr>
            <a:spLocks xmlns:a="http://schemas.openxmlformats.org/drawingml/2006/main" noGrp="1"/>
          </p:cNvSpPr>
          <p:nvPr/>
        </p:nvSpPr>
        <p:spPr>
          <a:xfrm xmlns:a="http://schemas.openxmlformats.org/drawingml/2006/main">
            <a:off x="0" y="0"/>
            <a:ext cx="9144000" cy="5143500"/>
          </a:xfrm>
          <a:prstGeom xmlns:a="http://schemas.openxmlformats.org/drawingml/2006/main" prst="rect">
            <a:avLst/>
          </a:prstGeom>
          <a:solidFill xmlns:a="http://schemas.openxmlformats.org/drawingml/2006/main">
            <a:srgbClr val="F6F2E9"/>
          </a:solidFill>
          <a:ln xmlns:a="http://schemas.openxmlformats.org/drawingml/2006/main" w="0">
            <a:solidFill>
              <a:srgbClr val="F6F2E9"/>
            </a:solidFill>
            <a:prstDash val="solid"/>
          </a:ln>
        </p:spPr>
        <p:txBody xmlns:a="http://schemas.openxmlformats.org/drawingml/2006/main">
          <a:bodyPr/>
          <a:p/>
        </p:txBody>
      </p:sp>
      <p:sp>
        <p:nvSpPr>
          <p:cNvPr id="4" name="Shape 1">
            <a:extLst xmlns:a="http://schemas.openxmlformats.org/drawingml/2006/main">
              <a:ext uri="{FF2B5EF4-FFF2-40B4-BE49-F238E27FC236}">
                <a16:creationId xmlns:a16="http://schemas.microsoft.com/office/drawing/2014/main" id="{4830032D-6171-4084-A8A1-DC89B66C8096}"/>
              </a:ext>
            </a:extLst>
          </p:cNvPr>
          <p:cNvSpPr>
            <a:spLocks xmlns:a="http://schemas.openxmlformats.org/drawingml/2006/main" noGrp="1"/>
          </p:cNvSpPr>
          <p:nvPr/>
        </p:nvSpPr>
        <p:spPr>
          <a:xfrm xmlns:a="http://schemas.openxmlformats.org/drawingml/2006/main">
            <a:off x="476250" y="933450"/>
            <a:ext cx="8191500" cy="28575"/>
          </a:xfrm>
          <a:prstGeom xmlns:a="http://schemas.openxmlformats.org/drawingml/2006/main" prst="rect">
            <a:avLst/>
          </a:prstGeom>
          <a:solidFill xmlns:a="http://schemas.openxmlformats.org/drawingml/2006/main">
            <a:srgbClr val="00A67E"/>
          </a:solidFill>
          <a:ln xmlns:a="http://schemas.openxmlformats.org/drawingml/2006/main" w="0">
            <a:solidFill>
              <a:srgbClr val="00A67E"/>
            </a:solidFill>
            <a:prstDash val="solid"/>
          </a:ln>
        </p:spPr>
        <p:txBody xmlns:a="http://schemas.openxmlformats.org/drawingml/2006/main">
          <a:bodyPr/>
          <a:p/>
        </p:txBody>
      </p:sp>
      <p:sp>
        <p:nvSpPr>
          <p:cNvPr id="5" name="Text 2">
            <a:extLst xmlns:a="http://schemas.openxmlformats.org/drawingml/2006/main">
              <a:ext uri="{FF2B5EF4-FFF2-40B4-BE49-F238E27FC236}">
                <a16:creationId xmlns:a16="http://schemas.microsoft.com/office/drawing/2014/main" id="{24F4609D-19DF-4D43-ABC2-0BAD1B4B0557}"/>
              </a:ext>
            </a:extLst>
          </p:cNvPr>
          <p:cNvSpPr>
            <a:spLocks xmlns:a="http://schemas.openxmlformats.org/drawingml/2006/main" noGrp="1"/>
          </p:cNvSpPr>
          <p:nvPr/>
        </p:nvSpPr>
        <p:spPr>
          <a:xfrm xmlns:a="http://schemas.openxmlformats.org/drawingml/2006/main">
            <a:off x="476250" y="190500"/>
            <a:ext cx="2857500" cy="161925"/>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862"/>
              </a:lnSpc>
              <a:buNone/>
              <a:defRPr/>
            </a:pPr>
            <a:r>
              <a:rPr sz="784" b="1">
                <a:solidFill>
                  <a:srgbClr val="00A67E">
                    <a:alpha val="99000"/>
                  </a:srgbClr>
                </a:solidFill>
                <a:latin typeface="Inter"/>
                <a:ea typeface="Inter"/>
                <a:cs typeface="Inter"/>
              </a:rPr>
              <a:t>PHỤ LỤC  ·  SƠ ĐỒ CHỨC NĂNG</a:t>
            </a:r>
            <a:endParaRPr sz="784"/>
          </a:p>
        </p:txBody>
      </p:sp>
      <p:sp>
        <p:nvSpPr>
          <p:cNvPr id="6" name="Text 3">
            <a:extLst xmlns:a="http://schemas.openxmlformats.org/drawingml/2006/main">
              <a:ext uri="{FF2B5EF4-FFF2-40B4-BE49-F238E27FC236}">
                <a16:creationId xmlns:a16="http://schemas.microsoft.com/office/drawing/2014/main" id="{10133EE5-1958-435C-B887-6D435DA8ED25}"/>
              </a:ext>
            </a:extLst>
          </p:cNvPr>
          <p:cNvSpPr>
            <a:spLocks xmlns:a="http://schemas.openxmlformats.org/drawingml/2006/main" noGrp="1"/>
          </p:cNvSpPr>
          <p:nvPr/>
        </p:nvSpPr>
        <p:spPr>
          <a:xfrm xmlns:a="http://schemas.openxmlformats.org/drawingml/2006/main">
            <a:off x="476250" y="409575"/>
            <a:ext cx="7239000" cy="40005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algn="l">
              <a:buNone/>
            </a:pPr>
            <a:r>
              <a:rPr sz="1959" b="1">
                <a:solidFill>
                  <a:srgbClr val="111315">
                    <a:alpha val="99000"/>
                  </a:srgbClr>
                </a:solidFill>
                <a:latin typeface="Inter"/>
                <a:ea typeface="Inter"/>
                <a:cs typeface="Inter"/>
              </a:rPr>
              <a:t>Sơ đồ chức năng tổng quát</a:t>
            </a:r>
          </a:p>
        </p:txBody>
      </p:sp>
      <p:sp>
        <p:nvSpPr>
          <p:cNvPr id="18" name="Text 12">
            <a:extLst xmlns:a="http://schemas.openxmlformats.org/drawingml/2006/main">
              <a:ext uri="{FF2B5EF4-FFF2-40B4-BE49-F238E27FC236}">
                <a16:creationId xmlns:a16="http://schemas.microsoft.com/office/drawing/2014/main" id="{3E25B5BB-0F65-4440-9AAB-3D1813621832}"/>
              </a:ext>
            </a:extLst>
          </p:cNvPr>
          <p:cNvSpPr>
            <a:spLocks xmlns:a="http://schemas.openxmlformats.org/drawingml/2006/main" noGrp="1"/>
          </p:cNvSpPr>
          <p:nvPr/>
        </p:nvSpPr>
        <p:spPr>
          <a:xfrm xmlns:a="http://schemas.openxmlformats.org/drawingml/2006/main">
            <a:off x="8429625" y="4933950"/>
            <a:ext cx="333375" cy="13335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lnSpc>
                <a:spcPts val="905"/>
              </a:lnSpc>
              <a:buNone/>
              <a:defRPr sz="850" b="1">
                <a:solidFill>
                  <a:srgbClr val="121826"/>
                </a:solidFill>
                <a:latin typeface="Inter"/>
              </a:defRPr>
            </a:pPr>
            <a:r>
              <a:t>10</a:t>
            </a:r>
            <a:endParaRPr sz="748"/>
          </a:p>
        </p:txBody>
      </p:sp>
      <p:sp>
        <p:nvSpPr>
          <p:cNvPr id="19" name="Shape 13">
            <a:extLst xmlns:a="http://schemas.openxmlformats.org/drawingml/2006/main">
              <a:ext uri="{FF2B5EF4-FFF2-40B4-BE49-F238E27FC236}">
                <a16:creationId xmlns:a16="http://schemas.microsoft.com/office/drawing/2014/main" id="{A22D9882-5A31-441E-83E7-FA31AF252B64}"/>
              </a:ext>
            </a:extLst>
          </p:cNvPr>
          <p:cNvSpPr>
            <a:spLocks xmlns:a="http://schemas.openxmlformats.org/drawingml/2006/main" noGrp="1"/>
          </p:cNvSpPr>
          <p:nvPr/>
        </p:nvSpPr>
        <p:spPr>
          <a:xfrm xmlns:a="http://schemas.openxmlformats.org/drawingml/2006/main">
            <a:off x="523875" y="5029200"/>
            <a:ext cx="7143750" cy="14288"/>
          </a:xfrm>
          <a:prstGeom xmlns:a="http://schemas.openxmlformats.org/drawingml/2006/main" prst="rect">
            <a:avLst/>
          </a:prstGeom>
          <a:solidFill xmlns:a="http://schemas.openxmlformats.org/drawingml/2006/main">
            <a:srgbClr val="0B2235"/>
          </a:solidFill>
        </p:spPr>
        <p:txBody xmlns:a="http://schemas.openxmlformats.org/drawingml/2006/main">
          <a:bodyPr/>
          <a:p/>
        </p:txBody>
      </p:sp>
      <p:sp>
        <p:nvSpPr>
          <p:cNvPr id="20" name="Cây chức năng - trục ngang">
            <a:extLst xmlns:a="http://schemas.openxmlformats.org/drawingml/2006/main">
              <a:ext uri="{FF2B5EF4-FFF2-40B4-BE49-F238E27FC236}">
                <a16:creationId xmlns:a16="http://schemas.microsoft.com/office/drawing/2014/main" id="{9A7DB83B-93A8-46BF-AC29-86F404959376}"/>
              </a:ext>
            </a:extLst>
          </p:cNvPr>
          <p:cNvSpPr>
            <a:spLocks xmlns:a="http://schemas.openxmlformats.org/drawingml/2006/main" noGrp="1"/>
          </p:cNvSpPr>
          <p:nvPr/>
        </p:nvSpPr>
        <p:spPr>
          <a:xfrm xmlns:a="http://schemas.openxmlformats.org/drawingml/2006/main">
            <a:off x="400050" y="1343025"/>
            <a:ext cx="8343900" cy="11430"/>
          </a:xfrm>
          <a:prstGeom xmlns:a="http://schemas.openxmlformats.org/drawingml/2006/main" prst="rect">
            <a:avLst/>
          </a:prstGeom>
          <a:solidFill xmlns:a="http://schemas.openxmlformats.org/drawingml/2006/main">
            <a:srgbClr val="17324D"/>
          </a:solidFill>
          <a:ln xmlns:a="http://schemas.openxmlformats.org/drawingml/2006/main" w="0">
            <a:solidFill>
              <a:srgbClr val="17324D"/>
            </a:solidFill>
            <a:prstDash val="solid"/>
          </a:ln>
        </p:spPr>
        <p:txBody xmlns:a="http://schemas.openxmlformats.org/drawingml/2006/main">
          <a:bodyPr/>
          <a:p/>
        </p:txBody>
      </p:sp>
      <p:sp>
        <p:nvSpPr>
          <p:cNvPr id="21" name="Cây chức năng - nối gốc">
            <a:extLst xmlns:a="http://schemas.openxmlformats.org/drawingml/2006/main">
              <a:ext uri="{FF2B5EF4-FFF2-40B4-BE49-F238E27FC236}">
                <a16:creationId xmlns:a16="http://schemas.microsoft.com/office/drawing/2014/main" id="{C2C42A98-8FD8-4A98-976F-A46F3646DD39}"/>
              </a:ext>
            </a:extLst>
          </p:cNvPr>
          <p:cNvSpPr>
            <a:spLocks xmlns:a="http://schemas.openxmlformats.org/drawingml/2006/main" noGrp="1"/>
          </p:cNvSpPr>
          <p:nvPr/>
        </p:nvSpPr>
        <p:spPr>
          <a:xfrm xmlns:a="http://schemas.openxmlformats.org/drawingml/2006/main">
            <a:off x="4566285" y="1285875"/>
            <a:ext cx="11430" cy="57150"/>
          </a:xfrm>
          <a:prstGeom xmlns:a="http://schemas.openxmlformats.org/drawingml/2006/main" prst="rect">
            <a:avLst/>
          </a:prstGeom>
          <a:solidFill xmlns:a="http://schemas.openxmlformats.org/drawingml/2006/main">
            <a:srgbClr val="17324D"/>
          </a:solidFill>
          <a:ln xmlns:a="http://schemas.openxmlformats.org/drawingml/2006/main" w="0">
            <a:solidFill>
              <a:srgbClr val="17324D"/>
            </a:solidFill>
            <a:prstDash val="solid"/>
          </a:ln>
        </p:spPr>
        <p:txBody xmlns:a="http://schemas.openxmlformats.org/drawingml/2006/main">
          <a:bodyPr/>
          <a:p/>
        </p:txBody>
      </p:sp>
      <p:sp>
        <p:nvSpPr>
          <p:cNvPr id="22" name="Cây chức năng - trục trái">
            <a:extLst xmlns:a="http://schemas.openxmlformats.org/drawingml/2006/main">
              <a:ext uri="{FF2B5EF4-FFF2-40B4-BE49-F238E27FC236}">
                <a16:creationId xmlns:a16="http://schemas.microsoft.com/office/drawing/2014/main" id="{AE5FC036-9F8C-4A62-A8AE-213E73E1DC14}"/>
              </a:ext>
            </a:extLst>
          </p:cNvPr>
          <p:cNvSpPr>
            <a:spLocks xmlns:a="http://schemas.openxmlformats.org/drawingml/2006/main" noGrp="1"/>
          </p:cNvSpPr>
          <p:nvPr/>
        </p:nvSpPr>
        <p:spPr>
          <a:xfrm xmlns:a="http://schemas.openxmlformats.org/drawingml/2006/main">
            <a:off x="400050" y="1343025"/>
            <a:ext cx="11430" cy="2533650"/>
          </a:xfrm>
          <a:prstGeom xmlns:a="http://schemas.openxmlformats.org/drawingml/2006/main" prst="rect">
            <a:avLst/>
          </a:prstGeom>
          <a:solidFill xmlns:a="http://schemas.openxmlformats.org/drawingml/2006/main">
            <a:srgbClr val="17324D"/>
          </a:solidFill>
          <a:ln xmlns:a="http://schemas.openxmlformats.org/drawingml/2006/main" w="0">
            <a:solidFill>
              <a:srgbClr val="17324D"/>
            </a:solidFill>
            <a:prstDash val="solid"/>
          </a:ln>
        </p:spPr>
        <p:txBody xmlns:a="http://schemas.openxmlformats.org/drawingml/2006/main">
          <a:bodyPr/>
          <a:p/>
        </p:txBody>
      </p:sp>
      <p:sp>
        <p:nvSpPr>
          <p:cNvPr id="23" name="Cây chức năng - trục phải">
            <a:extLst xmlns:a="http://schemas.openxmlformats.org/drawingml/2006/main">
              <a:ext uri="{FF2B5EF4-FFF2-40B4-BE49-F238E27FC236}">
                <a16:creationId xmlns:a16="http://schemas.microsoft.com/office/drawing/2014/main" id="{AD06C460-B6F0-4344-954C-ADC26C7BF480}"/>
              </a:ext>
            </a:extLst>
          </p:cNvPr>
          <p:cNvSpPr>
            <a:spLocks xmlns:a="http://schemas.openxmlformats.org/drawingml/2006/main" noGrp="1"/>
          </p:cNvSpPr>
          <p:nvPr/>
        </p:nvSpPr>
        <p:spPr>
          <a:xfrm xmlns:a="http://schemas.openxmlformats.org/drawingml/2006/main">
            <a:off x="8732520" y="1343025"/>
            <a:ext cx="11430" cy="2533650"/>
          </a:xfrm>
          <a:prstGeom xmlns:a="http://schemas.openxmlformats.org/drawingml/2006/main" prst="rect">
            <a:avLst/>
          </a:prstGeom>
          <a:solidFill xmlns:a="http://schemas.openxmlformats.org/drawingml/2006/main">
            <a:srgbClr val="17324D"/>
          </a:solidFill>
          <a:ln xmlns:a="http://schemas.openxmlformats.org/drawingml/2006/main" w="0">
            <a:solidFill>
              <a:srgbClr val="17324D"/>
            </a:solidFill>
            <a:prstDash val="solid"/>
          </a:ln>
        </p:spPr>
        <p:txBody xmlns:a="http://schemas.openxmlformats.org/drawingml/2006/main">
          <a:bodyPr/>
          <a:p/>
        </p:txBody>
      </p:sp>
      <p:sp>
        <p:nvSpPr>
          <p:cNvPr id="24" name="Cây chức năng - nối nhóm 1">
            <a:extLst xmlns:a="http://schemas.openxmlformats.org/drawingml/2006/main">
              <a:ext uri="{FF2B5EF4-FFF2-40B4-BE49-F238E27FC236}">
                <a16:creationId xmlns:a16="http://schemas.microsoft.com/office/drawing/2014/main" id="{75F544A3-E857-4986-BCF8-57B8F2690FBC}"/>
              </a:ext>
            </a:extLst>
          </p:cNvPr>
          <p:cNvSpPr>
            <a:spLocks xmlns:a="http://schemas.openxmlformats.org/drawingml/2006/main" noGrp="1"/>
          </p:cNvSpPr>
          <p:nvPr/>
        </p:nvSpPr>
        <p:spPr>
          <a:xfrm xmlns:a="http://schemas.openxmlformats.org/drawingml/2006/main">
            <a:off x="400050" y="1527810"/>
            <a:ext cx="238125" cy="11430"/>
          </a:xfrm>
          <a:prstGeom xmlns:a="http://schemas.openxmlformats.org/drawingml/2006/main" prst="rect">
            <a:avLst/>
          </a:prstGeom>
          <a:solidFill xmlns:a="http://schemas.openxmlformats.org/drawingml/2006/main">
            <a:srgbClr val="17324D"/>
          </a:solidFill>
          <a:ln xmlns:a="http://schemas.openxmlformats.org/drawingml/2006/main" w="0">
            <a:solidFill>
              <a:srgbClr val="17324D"/>
            </a:solidFill>
            <a:prstDash val="solid"/>
          </a:ln>
        </p:spPr>
        <p:txBody xmlns:a="http://schemas.openxmlformats.org/drawingml/2006/main">
          <a:bodyPr/>
          <a:p/>
        </p:txBody>
      </p:sp>
      <p:sp>
        <p:nvSpPr>
          <p:cNvPr id="25" name="Cây chức năng - mũi tên nhóm 1">
            <a:extLst xmlns:a="http://schemas.openxmlformats.org/drawingml/2006/main">
              <a:ext uri="{FF2B5EF4-FFF2-40B4-BE49-F238E27FC236}">
                <a16:creationId xmlns:a16="http://schemas.microsoft.com/office/drawing/2014/main" id="{DDE786D5-839D-4D45-9429-4FBC7B8D9374}"/>
              </a:ext>
            </a:extLst>
          </p:cNvPr>
          <p:cNvSpPr>
            <a:spLocks xmlns:a="http://schemas.openxmlformats.org/drawingml/2006/main" noGrp="1"/>
          </p:cNvSpPr>
          <p:nvPr/>
        </p:nvSpPr>
        <p:spPr>
          <a:xfrm xmlns:a="http://schemas.openxmlformats.org/drawingml/2006/main" rot="5400000">
            <a:off x="607695" y="1503045"/>
            <a:ext cx="60960" cy="60960"/>
          </a:xfrm>
          <a:prstGeom xmlns:a="http://schemas.openxmlformats.org/drawingml/2006/main" prst="triangle">
            <a:avLst/>
          </a:prstGeom>
          <a:solidFill xmlns:a="http://schemas.openxmlformats.org/drawingml/2006/main">
            <a:srgbClr val="17324D"/>
          </a:solidFill>
          <a:ln xmlns:a="http://schemas.openxmlformats.org/drawingml/2006/main" w="0">
            <a:solidFill>
              <a:srgbClr val="17324D"/>
            </a:solidFill>
            <a:prstDash val="solid"/>
          </a:ln>
        </p:spPr>
        <p:txBody xmlns:a="http://schemas.openxmlformats.org/drawingml/2006/main">
          <a:bodyPr/>
          <a:p/>
        </p:txBody>
      </p:sp>
      <p:sp>
        <p:nvSpPr>
          <p:cNvPr id="26" name="Cây chức năng - nhánh dọc 1">
            <a:extLst xmlns:a="http://schemas.openxmlformats.org/drawingml/2006/main">
              <a:ext uri="{FF2B5EF4-FFF2-40B4-BE49-F238E27FC236}">
                <a16:creationId xmlns:a16="http://schemas.microsoft.com/office/drawing/2014/main" id="{A73E9F4A-9738-48E8-A3AA-A9444FB72080}"/>
              </a:ext>
            </a:extLst>
          </p:cNvPr>
          <p:cNvSpPr>
            <a:spLocks xmlns:a="http://schemas.openxmlformats.org/drawingml/2006/main" noGrp="1"/>
          </p:cNvSpPr>
          <p:nvPr/>
        </p:nvSpPr>
        <p:spPr>
          <a:xfrm xmlns:a="http://schemas.openxmlformats.org/drawingml/2006/main">
            <a:off x="866775" y="1647825"/>
            <a:ext cx="11430" cy="854392"/>
          </a:xfrm>
          <a:prstGeom xmlns:a="http://schemas.openxmlformats.org/drawingml/2006/main" prst="rect">
            <a:avLst/>
          </a:prstGeom>
          <a:solidFill xmlns:a="http://schemas.openxmlformats.org/drawingml/2006/main">
            <a:srgbClr val="17324D"/>
          </a:solidFill>
          <a:ln xmlns:a="http://schemas.openxmlformats.org/drawingml/2006/main" w="0">
            <a:solidFill>
              <a:srgbClr val="17324D"/>
            </a:solidFill>
            <a:prstDash val="solid"/>
          </a:ln>
        </p:spPr>
        <p:txBody xmlns:a="http://schemas.openxmlformats.org/drawingml/2006/main">
          <a:bodyPr/>
          <a:p/>
        </p:txBody>
      </p:sp>
      <p:sp>
        <p:nvSpPr>
          <p:cNvPr id="27" name="Cây chức năng - nối lá 1.1">
            <a:extLst xmlns:a="http://schemas.openxmlformats.org/drawingml/2006/main">
              <a:ext uri="{FF2B5EF4-FFF2-40B4-BE49-F238E27FC236}">
                <a16:creationId xmlns:a16="http://schemas.microsoft.com/office/drawing/2014/main" id="{413C4ADF-23E6-4936-A78B-51472D019432}"/>
              </a:ext>
            </a:extLst>
          </p:cNvPr>
          <p:cNvSpPr>
            <a:spLocks xmlns:a="http://schemas.openxmlformats.org/drawingml/2006/main" noGrp="1"/>
          </p:cNvSpPr>
          <p:nvPr/>
        </p:nvSpPr>
        <p:spPr>
          <a:xfrm xmlns:a="http://schemas.openxmlformats.org/drawingml/2006/main">
            <a:off x="866775" y="1780223"/>
            <a:ext cx="123825" cy="11430"/>
          </a:xfrm>
          <a:prstGeom xmlns:a="http://schemas.openxmlformats.org/drawingml/2006/main" prst="rect">
            <a:avLst/>
          </a:prstGeom>
          <a:solidFill xmlns:a="http://schemas.openxmlformats.org/drawingml/2006/main">
            <a:srgbClr val="17324D"/>
          </a:solidFill>
          <a:ln xmlns:a="http://schemas.openxmlformats.org/drawingml/2006/main" w="0">
            <a:solidFill>
              <a:srgbClr val="17324D"/>
            </a:solidFill>
            <a:prstDash val="solid"/>
          </a:ln>
        </p:spPr>
        <p:txBody xmlns:a="http://schemas.openxmlformats.org/drawingml/2006/main">
          <a:bodyPr/>
          <a:p/>
        </p:txBody>
      </p:sp>
      <p:sp>
        <p:nvSpPr>
          <p:cNvPr id="28" name="Cây chức năng - mũi tên lá 1.1">
            <a:extLst xmlns:a="http://schemas.openxmlformats.org/drawingml/2006/main">
              <a:ext uri="{FF2B5EF4-FFF2-40B4-BE49-F238E27FC236}">
                <a16:creationId xmlns:a16="http://schemas.microsoft.com/office/drawing/2014/main" id="{FE8F273C-CEB3-46B2-8386-5F56D2DE6505}"/>
              </a:ext>
            </a:extLst>
          </p:cNvPr>
          <p:cNvSpPr>
            <a:spLocks xmlns:a="http://schemas.openxmlformats.org/drawingml/2006/main" noGrp="1"/>
          </p:cNvSpPr>
          <p:nvPr/>
        </p:nvSpPr>
        <p:spPr>
          <a:xfrm xmlns:a="http://schemas.openxmlformats.org/drawingml/2006/main" rot="5400000">
            <a:off x="960120" y="1755458"/>
            <a:ext cx="60960" cy="60960"/>
          </a:xfrm>
          <a:prstGeom xmlns:a="http://schemas.openxmlformats.org/drawingml/2006/main" prst="triangle">
            <a:avLst/>
          </a:prstGeom>
          <a:solidFill xmlns:a="http://schemas.openxmlformats.org/drawingml/2006/main">
            <a:srgbClr val="17324D"/>
          </a:solidFill>
          <a:ln xmlns:a="http://schemas.openxmlformats.org/drawingml/2006/main" w="0">
            <a:solidFill>
              <a:srgbClr val="17324D"/>
            </a:solidFill>
            <a:prstDash val="solid"/>
          </a:ln>
        </p:spPr>
        <p:txBody xmlns:a="http://schemas.openxmlformats.org/drawingml/2006/main">
          <a:bodyPr/>
          <a:p/>
        </p:txBody>
      </p:sp>
      <p:sp>
        <p:nvSpPr>
          <p:cNvPr id="29" name="Cây chức năng - nối lá 1.2">
            <a:extLst xmlns:a="http://schemas.openxmlformats.org/drawingml/2006/main">
              <a:ext uri="{FF2B5EF4-FFF2-40B4-BE49-F238E27FC236}">
                <a16:creationId xmlns:a16="http://schemas.microsoft.com/office/drawing/2014/main" id="{A651E6C1-7C1E-4A46-92DD-C8474661D017}"/>
              </a:ext>
            </a:extLst>
          </p:cNvPr>
          <p:cNvSpPr>
            <a:spLocks xmlns:a="http://schemas.openxmlformats.org/drawingml/2006/main" noGrp="1"/>
          </p:cNvSpPr>
          <p:nvPr/>
        </p:nvSpPr>
        <p:spPr>
          <a:xfrm xmlns:a="http://schemas.openxmlformats.org/drawingml/2006/main">
            <a:off x="866775" y="1959293"/>
            <a:ext cx="123825" cy="11430"/>
          </a:xfrm>
          <a:prstGeom xmlns:a="http://schemas.openxmlformats.org/drawingml/2006/main" prst="rect">
            <a:avLst/>
          </a:prstGeom>
          <a:solidFill xmlns:a="http://schemas.openxmlformats.org/drawingml/2006/main">
            <a:srgbClr val="17324D"/>
          </a:solidFill>
          <a:ln xmlns:a="http://schemas.openxmlformats.org/drawingml/2006/main" w="0">
            <a:solidFill>
              <a:srgbClr val="17324D"/>
            </a:solidFill>
            <a:prstDash val="solid"/>
          </a:ln>
        </p:spPr>
        <p:txBody xmlns:a="http://schemas.openxmlformats.org/drawingml/2006/main">
          <a:bodyPr/>
          <a:p/>
        </p:txBody>
      </p:sp>
      <p:sp>
        <p:nvSpPr>
          <p:cNvPr id="30" name="Cây chức năng - mũi tên lá 1.2">
            <a:extLst xmlns:a="http://schemas.openxmlformats.org/drawingml/2006/main">
              <a:ext uri="{FF2B5EF4-FFF2-40B4-BE49-F238E27FC236}">
                <a16:creationId xmlns:a16="http://schemas.microsoft.com/office/drawing/2014/main" id="{924468C3-8C6C-49EA-80BF-3713F4E61DEB}"/>
              </a:ext>
            </a:extLst>
          </p:cNvPr>
          <p:cNvSpPr>
            <a:spLocks xmlns:a="http://schemas.openxmlformats.org/drawingml/2006/main" noGrp="1"/>
          </p:cNvSpPr>
          <p:nvPr/>
        </p:nvSpPr>
        <p:spPr>
          <a:xfrm xmlns:a="http://schemas.openxmlformats.org/drawingml/2006/main" rot="5400000">
            <a:off x="960120" y="1934528"/>
            <a:ext cx="60960" cy="60960"/>
          </a:xfrm>
          <a:prstGeom xmlns:a="http://schemas.openxmlformats.org/drawingml/2006/main" prst="triangle">
            <a:avLst/>
          </a:prstGeom>
          <a:solidFill xmlns:a="http://schemas.openxmlformats.org/drawingml/2006/main">
            <a:srgbClr val="17324D"/>
          </a:solidFill>
          <a:ln xmlns:a="http://schemas.openxmlformats.org/drawingml/2006/main" w="0">
            <a:solidFill>
              <a:srgbClr val="17324D"/>
            </a:solidFill>
            <a:prstDash val="solid"/>
          </a:ln>
        </p:spPr>
        <p:txBody xmlns:a="http://schemas.openxmlformats.org/drawingml/2006/main">
          <a:bodyPr/>
          <a:p/>
        </p:txBody>
      </p:sp>
      <p:sp>
        <p:nvSpPr>
          <p:cNvPr id="31" name="Cây chức năng - nối lá 1.3">
            <a:extLst xmlns:a="http://schemas.openxmlformats.org/drawingml/2006/main">
              <a:ext uri="{FF2B5EF4-FFF2-40B4-BE49-F238E27FC236}">
                <a16:creationId xmlns:a16="http://schemas.microsoft.com/office/drawing/2014/main" id="{BF69D36F-3ACF-4E9E-BA84-7D6F162C588A}"/>
              </a:ext>
            </a:extLst>
          </p:cNvPr>
          <p:cNvSpPr>
            <a:spLocks xmlns:a="http://schemas.openxmlformats.org/drawingml/2006/main" noGrp="1"/>
          </p:cNvSpPr>
          <p:nvPr/>
        </p:nvSpPr>
        <p:spPr>
          <a:xfrm xmlns:a="http://schemas.openxmlformats.org/drawingml/2006/main">
            <a:off x="866775" y="2138363"/>
            <a:ext cx="123825" cy="11430"/>
          </a:xfrm>
          <a:prstGeom xmlns:a="http://schemas.openxmlformats.org/drawingml/2006/main" prst="rect">
            <a:avLst/>
          </a:prstGeom>
          <a:solidFill xmlns:a="http://schemas.openxmlformats.org/drawingml/2006/main">
            <a:srgbClr val="17324D"/>
          </a:solidFill>
          <a:ln xmlns:a="http://schemas.openxmlformats.org/drawingml/2006/main" w="0">
            <a:solidFill>
              <a:srgbClr val="17324D"/>
            </a:solidFill>
            <a:prstDash val="solid"/>
          </a:ln>
        </p:spPr>
        <p:txBody xmlns:a="http://schemas.openxmlformats.org/drawingml/2006/main">
          <a:bodyPr/>
          <a:p/>
        </p:txBody>
      </p:sp>
      <p:sp>
        <p:nvSpPr>
          <p:cNvPr id="32" name="Cây chức năng - mũi tên lá 1.3">
            <a:extLst xmlns:a="http://schemas.openxmlformats.org/drawingml/2006/main">
              <a:ext uri="{FF2B5EF4-FFF2-40B4-BE49-F238E27FC236}">
                <a16:creationId xmlns:a16="http://schemas.microsoft.com/office/drawing/2014/main" id="{630DCA28-8ADE-40E1-A61D-A73FE93F4DC8}"/>
              </a:ext>
            </a:extLst>
          </p:cNvPr>
          <p:cNvSpPr>
            <a:spLocks xmlns:a="http://schemas.openxmlformats.org/drawingml/2006/main" noGrp="1"/>
          </p:cNvSpPr>
          <p:nvPr/>
        </p:nvSpPr>
        <p:spPr>
          <a:xfrm xmlns:a="http://schemas.openxmlformats.org/drawingml/2006/main" rot="5400000">
            <a:off x="960120" y="2113598"/>
            <a:ext cx="60960" cy="60960"/>
          </a:xfrm>
          <a:prstGeom xmlns:a="http://schemas.openxmlformats.org/drawingml/2006/main" prst="triangle">
            <a:avLst/>
          </a:prstGeom>
          <a:solidFill xmlns:a="http://schemas.openxmlformats.org/drawingml/2006/main">
            <a:srgbClr val="17324D"/>
          </a:solidFill>
          <a:ln xmlns:a="http://schemas.openxmlformats.org/drawingml/2006/main" w="0">
            <a:solidFill>
              <a:srgbClr val="17324D"/>
            </a:solidFill>
            <a:prstDash val="solid"/>
          </a:ln>
        </p:spPr>
        <p:txBody xmlns:a="http://schemas.openxmlformats.org/drawingml/2006/main">
          <a:bodyPr/>
          <a:p/>
        </p:txBody>
      </p:sp>
      <p:sp>
        <p:nvSpPr>
          <p:cNvPr id="33" name="Cây chức năng - nối lá 1.4">
            <a:extLst xmlns:a="http://schemas.openxmlformats.org/drawingml/2006/main">
              <a:ext uri="{FF2B5EF4-FFF2-40B4-BE49-F238E27FC236}">
                <a16:creationId xmlns:a16="http://schemas.microsoft.com/office/drawing/2014/main" id="{A1EB9EB7-C354-4C26-8FC9-8036A48BA391}"/>
              </a:ext>
            </a:extLst>
          </p:cNvPr>
          <p:cNvSpPr>
            <a:spLocks xmlns:a="http://schemas.openxmlformats.org/drawingml/2006/main" noGrp="1"/>
          </p:cNvSpPr>
          <p:nvPr/>
        </p:nvSpPr>
        <p:spPr>
          <a:xfrm xmlns:a="http://schemas.openxmlformats.org/drawingml/2006/main">
            <a:off x="866775" y="2317433"/>
            <a:ext cx="123825" cy="11430"/>
          </a:xfrm>
          <a:prstGeom xmlns:a="http://schemas.openxmlformats.org/drawingml/2006/main" prst="rect">
            <a:avLst/>
          </a:prstGeom>
          <a:solidFill xmlns:a="http://schemas.openxmlformats.org/drawingml/2006/main">
            <a:srgbClr val="17324D"/>
          </a:solidFill>
          <a:ln xmlns:a="http://schemas.openxmlformats.org/drawingml/2006/main" w="0">
            <a:solidFill>
              <a:srgbClr val="17324D"/>
            </a:solidFill>
            <a:prstDash val="solid"/>
          </a:ln>
        </p:spPr>
        <p:txBody xmlns:a="http://schemas.openxmlformats.org/drawingml/2006/main">
          <a:bodyPr/>
          <a:p/>
        </p:txBody>
      </p:sp>
      <p:sp>
        <p:nvSpPr>
          <p:cNvPr id="34" name="Cây chức năng - mũi tên lá 1.4">
            <a:extLst xmlns:a="http://schemas.openxmlformats.org/drawingml/2006/main">
              <a:ext uri="{FF2B5EF4-FFF2-40B4-BE49-F238E27FC236}">
                <a16:creationId xmlns:a16="http://schemas.microsoft.com/office/drawing/2014/main" id="{294DEC98-5558-4DB5-8E77-7A5399606AB9}"/>
              </a:ext>
            </a:extLst>
          </p:cNvPr>
          <p:cNvSpPr>
            <a:spLocks xmlns:a="http://schemas.openxmlformats.org/drawingml/2006/main" noGrp="1"/>
          </p:cNvSpPr>
          <p:nvPr/>
        </p:nvSpPr>
        <p:spPr>
          <a:xfrm xmlns:a="http://schemas.openxmlformats.org/drawingml/2006/main" rot="5400000">
            <a:off x="960120" y="2292668"/>
            <a:ext cx="60960" cy="60960"/>
          </a:xfrm>
          <a:prstGeom xmlns:a="http://schemas.openxmlformats.org/drawingml/2006/main" prst="triangle">
            <a:avLst/>
          </a:prstGeom>
          <a:solidFill xmlns:a="http://schemas.openxmlformats.org/drawingml/2006/main">
            <a:srgbClr val="17324D"/>
          </a:solidFill>
          <a:ln xmlns:a="http://schemas.openxmlformats.org/drawingml/2006/main" w="0">
            <a:solidFill>
              <a:srgbClr val="17324D"/>
            </a:solidFill>
            <a:prstDash val="solid"/>
          </a:ln>
        </p:spPr>
        <p:txBody xmlns:a="http://schemas.openxmlformats.org/drawingml/2006/main">
          <a:bodyPr/>
          <a:p/>
        </p:txBody>
      </p:sp>
      <p:sp>
        <p:nvSpPr>
          <p:cNvPr id="35" name="Cây chức năng - nối lá 1.5">
            <a:extLst xmlns:a="http://schemas.openxmlformats.org/drawingml/2006/main">
              <a:ext uri="{FF2B5EF4-FFF2-40B4-BE49-F238E27FC236}">
                <a16:creationId xmlns:a16="http://schemas.microsoft.com/office/drawing/2014/main" id="{6570FA8A-404F-47D1-8EF8-33823E47CE1E}"/>
              </a:ext>
            </a:extLst>
          </p:cNvPr>
          <p:cNvSpPr>
            <a:spLocks xmlns:a="http://schemas.openxmlformats.org/drawingml/2006/main" noGrp="1"/>
          </p:cNvSpPr>
          <p:nvPr/>
        </p:nvSpPr>
        <p:spPr>
          <a:xfrm xmlns:a="http://schemas.openxmlformats.org/drawingml/2006/main">
            <a:off x="866775" y="2496502"/>
            <a:ext cx="123825" cy="11430"/>
          </a:xfrm>
          <a:prstGeom xmlns:a="http://schemas.openxmlformats.org/drawingml/2006/main" prst="rect">
            <a:avLst/>
          </a:prstGeom>
          <a:solidFill xmlns:a="http://schemas.openxmlformats.org/drawingml/2006/main">
            <a:srgbClr val="17324D"/>
          </a:solidFill>
          <a:ln xmlns:a="http://schemas.openxmlformats.org/drawingml/2006/main" w="0">
            <a:solidFill>
              <a:srgbClr val="17324D"/>
            </a:solidFill>
            <a:prstDash val="solid"/>
          </a:ln>
        </p:spPr>
        <p:txBody xmlns:a="http://schemas.openxmlformats.org/drawingml/2006/main">
          <a:bodyPr/>
          <a:p/>
        </p:txBody>
      </p:sp>
      <p:sp>
        <p:nvSpPr>
          <p:cNvPr id="36" name="Cây chức năng - mũi tên lá 1.5">
            <a:extLst xmlns:a="http://schemas.openxmlformats.org/drawingml/2006/main">
              <a:ext uri="{FF2B5EF4-FFF2-40B4-BE49-F238E27FC236}">
                <a16:creationId xmlns:a16="http://schemas.microsoft.com/office/drawing/2014/main" id="{2D606A20-2528-45B3-A811-FE9D93E37117}"/>
              </a:ext>
            </a:extLst>
          </p:cNvPr>
          <p:cNvSpPr>
            <a:spLocks xmlns:a="http://schemas.openxmlformats.org/drawingml/2006/main" noGrp="1"/>
          </p:cNvSpPr>
          <p:nvPr/>
        </p:nvSpPr>
        <p:spPr>
          <a:xfrm xmlns:a="http://schemas.openxmlformats.org/drawingml/2006/main" rot="5400000">
            <a:off x="960120" y="2471738"/>
            <a:ext cx="60960" cy="60960"/>
          </a:xfrm>
          <a:prstGeom xmlns:a="http://schemas.openxmlformats.org/drawingml/2006/main" prst="triangle">
            <a:avLst/>
          </a:prstGeom>
          <a:solidFill xmlns:a="http://schemas.openxmlformats.org/drawingml/2006/main">
            <a:srgbClr val="17324D"/>
          </a:solidFill>
          <a:ln xmlns:a="http://schemas.openxmlformats.org/drawingml/2006/main" w="0">
            <a:solidFill>
              <a:srgbClr val="17324D"/>
            </a:solidFill>
            <a:prstDash val="solid"/>
          </a:ln>
        </p:spPr>
        <p:txBody xmlns:a="http://schemas.openxmlformats.org/drawingml/2006/main">
          <a:bodyPr/>
          <a:p/>
        </p:txBody>
      </p:sp>
      <p:sp>
        <p:nvSpPr>
          <p:cNvPr id="37" name="Cây chức năng - nối nhóm 2">
            <a:extLst xmlns:a="http://schemas.openxmlformats.org/drawingml/2006/main">
              <a:ext uri="{FF2B5EF4-FFF2-40B4-BE49-F238E27FC236}">
                <a16:creationId xmlns:a16="http://schemas.microsoft.com/office/drawing/2014/main" id="{E9B2C540-5B41-48C8-A5E1-E6932E8BAC11}"/>
              </a:ext>
            </a:extLst>
          </p:cNvPr>
          <p:cNvSpPr>
            <a:spLocks xmlns:a="http://schemas.openxmlformats.org/drawingml/2006/main" noGrp="1"/>
          </p:cNvSpPr>
          <p:nvPr/>
        </p:nvSpPr>
        <p:spPr>
          <a:xfrm xmlns:a="http://schemas.openxmlformats.org/drawingml/2006/main">
            <a:off x="8505825" y="1527810"/>
            <a:ext cx="238125" cy="11430"/>
          </a:xfrm>
          <a:prstGeom xmlns:a="http://schemas.openxmlformats.org/drawingml/2006/main" prst="rect">
            <a:avLst/>
          </a:prstGeom>
          <a:solidFill xmlns:a="http://schemas.openxmlformats.org/drawingml/2006/main">
            <a:srgbClr val="17324D"/>
          </a:solidFill>
          <a:ln xmlns:a="http://schemas.openxmlformats.org/drawingml/2006/main" w="0">
            <a:solidFill>
              <a:srgbClr val="17324D"/>
            </a:solidFill>
            <a:prstDash val="solid"/>
          </a:ln>
        </p:spPr>
        <p:txBody xmlns:a="http://schemas.openxmlformats.org/drawingml/2006/main">
          <a:bodyPr/>
          <a:p/>
        </p:txBody>
      </p:sp>
      <p:sp>
        <p:nvSpPr>
          <p:cNvPr id="38" name="Cây chức năng - mũi tên nhóm 2">
            <a:extLst xmlns:a="http://schemas.openxmlformats.org/drawingml/2006/main">
              <a:ext uri="{FF2B5EF4-FFF2-40B4-BE49-F238E27FC236}">
                <a16:creationId xmlns:a16="http://schemas.microsoft.com/office/drawing/2014/main" id="{8159DFEC-9509-43E0-854C-DC811AC2A1E9}"/>
              </a:ext>
            </a:extLst>
          </p:cNvPr>
          <p:cNvSpPr>
            <a:spLocks xmlns:a="http://schemas.openxmlformats.org/drawingml/2006/main" noGrp="1"/>
          </p:cNvSpPr>
          <p:nvPr/>
        </p:nvSpPr>
        <p:spPr>
          <a:xfrm xmlns:a="http://schemas.openxmlformats.org/drawingml/2006/main" rot="-5400000">
            <a:off x="8475345" y="1503045"/>
            <a:ext cx="60960" cy="60960"/>
          </a:xfrm>
          <a:prstGeom xmlns:a="http://schemas.openxmlformats.org/drawingml/2006/main" prst="triangle">
            <a:avLst/>
          </a:prstGeom>
          <a:solidFill xmlns:a="http://schemas.openxmlformats.org/drawingml/2006/main">
            <a:srgbClr val="17324D"/>
          </a:solidFill>
          <a:ln xmlns:a="http://schemas.openxmlformats.org/drawingml/2006/main" w="0">
            <a:solidFill>
              <a:srgbClr val="17324D"/>
            </a:solidFill>
            <a:prstDash val="solid"/>
          </a:ln>
        </p:spPr>
        <p:txBody xmlns:a="http://schemas.openxmlformats.org/drawingml/2006/main">
          <a:bodyPr/>
          <a:p/>
        </p:txBody>
      </p:sp>
      <p:sp>
        <p:nvSpPr>
          <p:cNvPr id="39" name="Cây chức năng - nhánh dọc 2">
            <a:extLst xmlns:a="http://schemas.openxmlformats.org/drawingml/2006/main">
              <a:ext uri="{FF2B5EF4-FFF2-40B4-BE49-F238E27FC236}">
                <a16:creationId xmlns:a16="http://schemas.microsoft.com/office/drawing/2014/main" id="{D0BB030E-FB66-4875-8337-DB19536EB445}"/>
              </a:ext>
            </a:extLst>
          </p:cNvPr>
          <p:cNvSpPr>
            <a:spLocks xmlns:a="http://schemas.openxmlformats.org/drawingml/2006/main" noGrp="1"/>
          </p:cNvSpPr>
          <p:nvPr/>
        </p:nvSpPr>
        <p:spPr>
          <a:xfrm xmlns:a="http://schemas.openxmlformats.org/drawingml/2006/main">
            <a:off x="5181600" y="1647825"/>
            <a:ext cx="11430" cy="675323"/>
          </a:xfrm>
          <a:prstGeom xmlns:a="http://schemas.openxmlformats.org/drawingml/2006/main" prst="rect">
            <a:avLst/>
          </a:prstGeom>
          <a:solidFill xmlns:a="http://schemas.openxmlformats.org/drawingml/2006/main">
            <a:srgbClr val="17324D"/>
          </a:solidFill>
          <a:ln xmlns:a="http://schemas.openxmlformats.org/drawingml/2006/main" w="0">
            <a:solidFill>
              <a:srgbClr val="17324D"/>
            </a:solidFill>
            <a:prstDash val="solid"/>
          </a:ln>
        </p:spPr>
        <p:txBody xmlns:a="http://schemas.openxmlformats.org/drawingml/2006/main">
          <a:bodyPr/>
          <a:p/>
        </p:txBody>
      </p:sp>
      <p:sp>
        <p:nvSpPr>
          <p:cNvPr id="40" name="Cây chức năng - nối lá 2.1">
            <a:extLst xmlns:a="http://schemas.openxmlformats.org/drawingml/2006/main">
              <a:ext uri="{FF2B5EF4-FFF2-40B4-BE49-F238E27FC236}">
                <a16:creationId xmlns:a16="http://schemas.microsoft.com/office/drawing/2014/main" id="{410AB970-2882-49D4-976F-BFDE6AF56D9E}"/>
              </a:ext>
            </a:extLst>
          </p:cNvPr>
          <p:cNvSpPr>
            <a:spLocks xmlns:a="http://schemas.openxmlformats.org/drawingml/2006/main" noGrp="1"/>
          </p:cNvSpPr>
          <p:nvPr/>
        </p:nvSpPr>
        <p:spPr>
          <a:xfrm xmlns:a="http://schemas.openxmlformats.org/drawingml/2006/main">
            <a:off x="5181600" y="1780223"/>
            <a:ext cx="123825" cy="11430"/>
          </a:xfrm>
          <a:prstGeom xmlns:a="http://schemas.openxmlformats.org/drawingml/2006/main" prst="rect">
            <a:avLst/>
          </a:prstGeom>
          <a:solidFill xmlns:a="http://schemas.openxmlformats.org/drawingml/2006/main">
            <a:srgbClr val="17324D"/>
          </a:solidFill>
          <a:ln xmlns:a="http://schemas.openxmlformats.org/drawingml/2006/main" w="0">
            <a:solidFill>
              <a:srgbClr val="17324D"/>
            </a:solidFill>
            <a:prstDash val="solid"/>
          </a:ln>
        </p:spPr>
        <p:txBody xmlns:a="http://schemas.openxmlformats.org/drawingml/2006/main">
          <a:bodyPr/>
          <a:p/>
        </p:txBody>
      </p:sp>
      <p:sp>
        <p:nvSpPr>
          <p:cNvPr id="41" name="Cây chức năng - mũi tên lá 2.1">
            <a:extLst xmlns:a="http://schemas.openxmlformats.org/drawingml/2006/main">
              <a:ext uri="{FF2B5EF4-FFF2-40B4-BE49-F238E27FC236}">
                <a16:creationId xmlns:a16="http://schemas.microsoft.com/office/drawing/2014/main" id="{06D4AE98-7F93-408C-B538-5CA4B1B9BE6B}"/>
              </a:ext>
            </a:extLst>
          </p:cNvPr>
          <p:cNvSpPr>
            <a:spLocks xmlns:a="http://schemas.openxmlformats.org/drawingml/2006/main" noGrp="1"/>
          </p:cNvSpPr>
          <p:nvPr/>
        </p:nvSpPr>
        <p:spPr>
          <a:xfrm xmlns:a="http://schemas.openxmlformats.org/drawingml/2006/main" rot="5400000">
            <a:off x="5274945" y="1755458"/>
            <a:ext cx="60960" cy="60960"/>
          </a:xfrm>
          <a:prstGeom xmlns:a="http://schemas.openxmlformats.org/drawingml/2006/main" prst="triangle">
            <a:avLst/>
          </a:prstGeom>
          <a:solidFill xmlns:a="http://schemas.openxmlformats.org/drawingml/2006/main">
            <a:srgbClr val="17324D"/>
          </a:solidFill>
          <a:ln xmlns:a="http://schemas.openxmlformats.org/drawingml/2006/main" w="0">
            <a:solidFill>
              <a:srgbClr val="17324D"/>
            </a:solidFill>
            <a:prstDash val="solid"/>
          </a:ln>
        </p:spPr>
        <p:txBody xmlns:a="http://schemas.openxmlformats.org/drawingml/2006/main">
          <a:bodyPr/>
          <a:p/>
        </p:txBody>
      </p:sp>
      <p:sp>
        <p:nvSpPr>
          <p:cNvPr id="42" name="Cây chức năng - nối lá 2.2">
            <a:extLst xmlns:a="http://schemas.openxmlformats.org/drawingml/2006/main">
              <a:ext uri="{FF2B5EF4-FFF2-40B4-BE49-F238E27FC236}">
                <a16:creationId xmlns:a16="http://schemas.microsoft.com/office/drawing/2014/main" id="{0262154D-1B94-444D-9837-65C598B35CDD}"/>
              </a:ext>
            </a:extLst>
          </p:cNvPr>
          <p:cNvSpPr>
            <a:spLocks xmlns:a="http://schemas.openxmlformats.org/drawingml/2006/main" noGrp="1"/>
          </p:cNvSpPr>
          <p:nvPr/>
        </p:nvSpPr>
        <p:spPr>
          <a:xfrm xmlns:a="http://schemas.openxmlformats.org/drawingml/2006/main">
            <a:off x="5181600" y="1959293"/>
            <a:ext cx="123825" cy="11430"/>
          </a:xfrm>
          <a:prstGeom xmlns:a="http://schemas.openxmlformats.org/drawingml/2006/main" prst="rect">
            <a:avLst/>
          </a:prstGeom>
          <a:solidFill xmlns:a="http://schemas.openxmlformats.org/drawingml/2006/main">
            <a:srgbClr val="17324D"/>
          </a:solidFill>
          <a:ln xmlns:a="http://schemas.openxmlformats.org/drawingml/2006/main" w="0">
            <a:solidFill>
              <a:srgbClr val="17324D"/>
            </a:solidFill>
            <a:prstDash val="solid"/>
          </a:ln>
        </p:spPr>
        <p:txBody xmlns:a="http://schemas.openxmlformats.org/drawingml/2006/main">
          <a:bodyPr/>
          <a:p/>
        </p:txBody>
      </p:sp>
      <p:sp>
        <p:nvSpPr>
          <p:cNvPr id="43" name="Cây chức năng - mũi tên lá 2.2">
            <a:extLst xmlns:a="http://schemas.openxmlformats.org/drawingml/2006/main">
              <a:ext uri="{FF2B5EF4-FFF2-40B4-BE49-F238E27FC236}">
                <a16:creationId xmlns:a16="http://schemas.microsoft.com/office/drawing/2014/main" id="{5B060592-9E4C-406E-80F3-A1CCF39E579F}"/>
              </a:ext>
            </a:extLst>
          </p:cNvPr>
          <p:cNvSpPr>
            <a:spLocks xmlns:a="http://schemas.openxmlformats.org/drawingml/2006/main" noGrp="1"/>
          </p:cNvSpPr>
          <p:nvPr/>
        </p:nvSpPr>
        <p:spPr>
          <a:xfrm xmlns:a="http://schemas.openxmlformats.org/drawingml/2006/main" rot="5400000">
            <a:off x="5274945" y="1934528"/>
            <a:ext cx="60960" cy="60960"/>
          </a:xfrm>
          <a:prstGeom xmlns:a="http://schemas.openxmlformats.org/drawingml/2006/main" prst="triangle">
            <a:avLst/>
          </a:prstGeom>
          <a:solidFill xmlns:a="http://schemas.openxmlformats.org/drawingml/2006/main">
            <a:srgbClr val="17324D"/>
          </a:solidFill>
          <a:ln xmlns:a="http://schemas.openxmlformats.org/drawingml/2006/main" w="0">
            <a:solidFill>
              <a:srgbClr val="17324D"/>
            </a:solidFill>
            <a:prstDash val="solid"/>
          </a:ln>
        </p:spPr>
        <p:txBody xmlns:a="http://schemas.openxmlformats.org/drawingml/2006/main">
          <a:bodyPr/>
          <a:p/>
        </p:txBody>
      </p:sp>
      <p:sp>
        <p:nvSpPr>
          <p:cNvPr id="44" name="Cây chức năng - nối lá 2.3">
            <a:extLst xmlns:a="http://schemas.openxmlformats.org/drawingml/2006/main">
              <a:ext uri="{FF2B5EF4-FFF2-40B4-BE49-F238E27FC236}">
                <a16:creationId xmlns:a16="http://schemas.microsoft.com/office/drawing/2014/main" id="{730CBE4F-5630-4DEE-83D0-98D63A952CA5}"/>
              </a:ext>
            </a:extLst>
          </p:cNvPr>
          <p:cNvSpPr>
            <a:spLocks xmlns:a="http://schemas.openxmlformats.org/drawingml/2006/main" noGrp="1"/>
          </p:cNvSpPr>
          <p:nvPr/>
        </p:nvSpPr>
        <p:spPr>
          <a:xfrm xmlns:a="http://schemas.openxmlformats.org/drawingml/2006/main">
            <a:off x="5181600" y="2138363"/>
            <a:ext cx="123825" cy="11430"/>
          </a:xfrm>
          <a:prstGeom xmlns:a="http://schemas.openxmlformats.org/drawingml/2006/main" prst="rect">
            <a:avLst/>
          </a:prstGeom>
          <a:solidFill xmlns:a="http://schemas.openxmlformats.org/drawingml/2006/main">
            <a:srgbClr val="17324D"/>
          </a:solidFill>
          <a:ln xmlns:a="http://schemas.openxmlformats.org/drawingml/2006/main" w="0">
            <a:solidFill>
              <a:srgbClr val="17324D"/>
            </a:solidFill>
            <a:prstDash val="solid"/>
          </a:ln>
        </p:spPr>
        <p:txBody xmlns:a="http://schemas.openxmlformats.org/drawingml/2006/main">
          <a:bodyPr/>
          <a:p/>
        </p:txBody>
      </p:sp>
      <p:sp>
        <p:nvSpPr>
          <p:cNvPr id="45" name="Cây chức năng - mũi tên lá 2.3">
            <a:extLst xmlns:a="http://schemas.openxmlformats.org/drawingml/2006/main">
              <a:ext uri="{FF2B5EF4-FFF2-40B4-BE49-F238E27FC236}">
                <a16:creationId xmlns:a16="http://schemas.microsoft.com/office/drawing/2014/main" id="{E3DD5103-1FD3-4E82-84D0-4DA6AEDCB163}"/>
              </a:ext>
            </a:extLst>
          </p:cNvPr>
          <p:cNvSpPr>
            <a:spLocks xmlns:a="http://schemas.openxmlformats.org/drawingml/2006/main" noGrp="1"/>
          </p:cNvSpPr>
          <p:nvPr/>
        </p:nvSpPr>
        <p:spPr>
          <a:xfrm xmlns:a="http://schemas.openxmlformats.org/drawingml/2006/main" rot="5400000">
            <a:off x="5274945" y="2113598"/>
            <a:ext cx="60960" cy="60960"/>
          </a:xfrm>
          <a:prstGeom xmlns:a="http://schemas.openxmlformats.org/drawingml/2006/main" prst="triangle">
            <a:avLst/>
          </a:prstGeom>
          <a:solidFill xmlns:a="http://schemas.openxmlformats.org/drawingml/2006/main">
            <a:srgbClr val="17324D"/>
          </a:solidFill>
          <a:ln xmlns:a="http://schemas.openxmlformats.org/drawingml/2006/main" w="0">
            <a:solidFill>
              <a:srgbClr val="17324D"/>
            </a:solidFill>
            <a:prstDash val="solid"/>
          </a:ln>
        </p:spPr>
        <p:txBody xmlns:a="http://schemas.openxmlformats.org/drawingml/2006/main">
          <a:bodyPr/>
          <a:p/>
        </p:txBody>
      </p:sp>
      <p:sp>
        <p:nvSpPr>
          <p:cNvPr id="46" name="Cây chức năng - nối lá 2.4">
            <a:extLst xmlns:a="http://schemas.openxmlformats.org/drawingml/2006/main">
              <a:ext uri="{FF2B5EF4-FFF2-40B4-BE49-F238E27FC236}">
                <a16:creationId xmlns:a16="http://schemas.microsoft.com/office/drawing/2014/main" id="{6AE37FD9-C220-444E-A36A-97DE89FA7FFE}"/>
              </a:ext>
            </a:extLst>
          </p:cNvPr>
          <p:cNvSpPr>
            <a:spLocks xmlns:a="http://schemas.openxmlformats.org/drawingml/2006/main" noGrp="1"/>
          </p:cNvSpPr>
          <p:nvPr/>
        </p:nvSpPr>
        <p:spPr>
          <a:xfrm xmlns:a="http://schemas.openxmlformats.org/drawingml/2006/main">
            <a:off x="5181600" y="2317433"/>
            <a:ext cx="123825" cy="11430"/>
          </a:xfrm>
          <a:prstGeom xmlns:a="http://schemas.openxmlformats.org/drawingml/2006/main" prst="rect">
            <a:avLst/>
          </a:prstGeom>
          <a:solidFill xmlns:a="http://schemas.openxmlformats.org/drawingml/2006/main">
            <a:srgbClr val="17324D"/>
          </a:solidFill>
          <a:ln xmlns:a="http://schemas.openxmlformats.org/drawingml/2006/main" w="0">
            <a:solidFill>
              <a:srgbClr val="17324D"/>
            </a:solidFill>
            <a:prstDash val="solid"/>
          </a:ln>
        </p:spPr>
        <p:txBody xmlns:a="http://schemas.openxmlformats.org/drawingml/2006/main">
          <a:bodyPr/>
          <a:p/>
        </p:txBody>
      </p:sp>
      <p:sp>
        <p:nvSpPr>
          <p:cNvPr id="47" name="Cây chức năng - mũi tên lá 2.4">
            <a:extLst xmlns:a="http://schemas.openxmlformats.org/drawingml/2006/main">
              <a:ext uri="{FF2B5EF4-FFF2-40B4-BE49-F238E27FC236}">
                <a16:creationId xmlns:a16="http://schemas.microsoft.com/office/drawing/2014/main" id="{0D4DA02A-7F5C-401A-814A-0537611E6641}"/>
              </a:ext>
            </a:extLst>
          </p:cNvPr>
          <p:cNvSpPr>
            <a:spLocks xmlns:a="http://schemas.openxmlformats.org/drawingml/2006/main" noGrp="1"/>
          </p:cNvSpPr>
          <p:nvPr/>
        </p:nvSpPr>
        <p:spPr>
          <a:xfrm xmlns:a="http://schemas.openxmlformats.org/drawingml/2006/main" rot="5400000">
            <a:off x="5274945" y="2292668"/>
            <a:ext cx="60960" cy="60960"/>
          </a:xfrm>
          <a:prstGeom xmlns:a="http://schemas.openxmlformats.org/drawingml/2006/main" prst="triangle">
            <a:avLst/>
          </a:prstGeom>
          <a:solidFill xmlns:a="http://schemas.openxmlformats.org/drawingml/2006/main">
            <a:srgbClr val="17324D"/>
          </a:solidFill>
          <a:ln xmlns:a="http://schemas.openxmlformats.org/drawingml/2006/main" w="0">
            <a:solidFill>
              <a:srgbClr val="17324D"/>
            </a:solidFill>
            <a:prstDash val="solid"/>
          </a:ln>
        </p:spPr>
        <p:txBody xmlns:a="http://schemas.openxmlformats.org/drawingml/2006/main">
          <a:bodyPr/>
          <a:p/>
        </p:txBody>
      </p:sp>
      <p:sp>
        <p:nvSpPr>
          <p:cNvPr id="48" name="Cây chức năng - nối nhóm 3">
            <a:extLst xmlns:a="http://schemas.openxmlformats.org/drawingml/2006/main">
              <a:ext uri="{FF2B5EF4-FFF2-40B4-BE49-F238E27FC236}">
                <a16:creationId xmlns:a16="http://schemas.microsoft.com/office/drawing/2014/main" id="{FE79041C-7CCB-4DAE-9713-98BED50B25D6}"/>
              </a:ext>
            </a:extLst>
          </p:cNvPr>
          <p:cNvSpPr>
            <a:spLocks xmlns:a="http://schemas.openxmlformats.org/drawingml/2006/main" noGrp="1"/>
          </p:cNvSpPr>
          <p:nvPr/>
        </p:nvSpPr>
        <p:spPr>
          <a:xfrm xmlns:a="http://schemas.openxmlformats.org/drawingml/2006/main">
            <a:off x="400050" y="2699385"/>
            <a:ext cx="238125" cy="11430"/>
          </a:xfrm>
          <a:prstGeom xmlns:a="http://schemas.openxmlformats.org/drawingml/2006/main" prst="rect">
            <a:avLst/>
          </a:prstGeom>
          <a:solidFill xmlns:a="http://schemas.openxmlformats.org/drawingml/2006/main">
            <a:srgbClr val="17324D"/>
          </a:solidFill>
          <a:ln xmlns:a="http://schemas.openxmlformats.org/drawingml/2006/main" w="0">
            <a:solidFill>
              <a:srgbClr val="17324D"/>
            </a:solidFill>
            <a:prstDash val="solid"/>
          </a:ln>
        </p:spPr>
        <p:txBody xmlns:a="http://schemas.openxmlformats.org/drawingml/2006/main">
          <a:bodyPr/>
          <a:p/>
        </p:txBody>
      </p:sp>
      <p:sp>
        <p:nvSpPr>
          <p:cNvPr id="49" name="Cây chức năng - mũi tên nhóm 3">
            <a:extLst xmlns:a="http://schemas.openxmlformats.org/drawingml/2006/main">
              <a:ext uri="{FF2B5EF4-FFF2-40B4-BE49-F238E27FC236}">
                <a16:creationId xmlns:a16="http://schemas.microsoft.com/office/drawing/2014/main" id="{A8FD20B8-98B6-4043-9D29-A9C1A8600A78}"/>
              </a:ext>
            </a:extLst>
          </p:cNvPr>
          <p:cNvSpPr>
            <a:spLocks xmlns:a="http://schemas.openxmlformats.org/drawingml/2006/main" noGrp="1"/>
          </p:cNvSpPr>
          <p:nvPr/>
        </p:nvSpPr>
        <p:spPr>
          <a:xfrm xmlns:a="http://schemas.openxmlformats.org/drawingml/2006/main" rot="5400000">
            <a:off x="607695" y="2674620"/>
            <a:ext cx="60960" cy="60960"/>
          </a:xfrm>
          <a:prstGeom xmlns:a="http://schemas.openxmlformats.org/drawingml/2006/main" prst="triangle">
            <a:avLst/>
          </a:prstGeom>
          <a:solidFill xmlns:a="http://schemas.openxmlformats.org/drawingml/2006/main">
            <a:srgbClr val="17324D"/>
          </a:solidFill>
          <a:ln xmlns:a="http://schemas.openxmlformats.org/drawingml/2006/main" w="0">
            <a:solidFill>
              <a:srgbClr val="17324D"/>
            </a:solidFill>
            <a:prstDash val="solid"/>
          </a:ln>
        </p:spPr>
        <p:txBody xmlns:a="http://schemas.openxmlformats.org/drawingml/2006/main">
          <a:bodyPr/>
          <a:p/>
        </p:txBody>
      </p:sp>
      <p:sp>
        <p:nvSpPr>
          <p:cNvPr id="50" name="Cây chức năng - nhánh dọc 3">
            <a:extLst xmlns:a="http://schemas.openxmlformats.org/drawingml/2006/main">
              <a:ext uri="{FF2B5EF4-FFF2-40B4-BE49-F238E27FC236}">
                <a16:creationId xmlns:a16="http://schemas.microsoft.com/office/drawing/2014/main" id="{19541D93-1966-46A6-B829-6CBF36834445}"/>
              </a:ext>
            </a:extLst>
          </p:cNvPr>
          <p:cNvSpPr>
            <a:spLocks xmlns:a="http://schemas.openxmlformats.org/drawingml/2006/main" noGrp="1"/>
          </p:cNvSpPr>
          <p:nvPr/>
        </p:nvSpPr>
        <p:spPr>
          <a:xfrm xmlns:a="http://schemas.openxmlformats.org/drawingml/2006/main">
            <a:off x="866775" y="2819400"/>
            <a:ext cx="11430" cy="675322"/>
          </a:xfrm>
          <a:prstGeom xmlns:a="http://schemas.openxmlformats.org/drawingml/2006/main" prst="rect">
            <a:avLst/>
          </a:prstGeom>
          <a:solidFill xmlns:a="http://schemas.openxmlformats.org/drawingml/2006/main">
            <a:srgbClr val="17324D"/>
          </a:solidFill>
          <a:ln xmlns:a="http://schemas.openxmlformats.org/drawingml/2006/main" w="0">
            <a:solidFill>
              <a:srgbClr val="17324D"/>
            </a:solidFill>
            <a:prstDash val="solid"/>
          </a:ln>
        </p:spPr>
        <p:txBody xmlns:a="http://schemas.openxmlformats.org/drawingml/2006/main">
          <a:bodyPr/>
          <a:p/>
        </p:txBody>
      </p:sp>
      <p:sp>
        <p:nvSpPr>
          <p:cNvPr id="51" name="Cây chức năng - nối lá 3.1">
            <a:extLst xmlns:a="http://schemas.openxmlformats.org/drawingml/2006/main">
              <a:ext uri="{FF2B5EF4-FFF2-40B4-BE49-F238E27FC236}">
                <a16:creationId xmlns:a16="http://schemas.microsoft.com/office/drawing/2014/main" id="{AC940AD1-2D13-4FB4-8D6A-F5ADC17D55CA}"/>
              </a:ext>
            </a:extLst>
          </p:cNvPr>
          <p:cNvSpPr>
            <a:spLocks xmlns:a="http://schemas.openxmlformats.org/drawingml/2006/main" noGrp="1"/>
          </p:cNvSpPr>
          <p:nvPr/>
        </p:nvSpPr>
        <p:spPr>
          <a:xfrm xmlns:a="http://schemas.openxmlformats.org/drawingml/2006/main">
            <a:off x="866775" y="2951798"/>
            <a:ext cx="123825" cy="11430"/>
          </a:xfrm>
          <a:prstGeom xmlns:a="http://schemas.openxmlformats.org/drawingml/2006/main" prst="rect">
            <a:avLst/>
          </a:prstGeom>
          <a:solidFill xmlns:a="http://schemas.openxmlformats.org/drawingml/2006/main">
            <a:srgbClr val="17324D"/>
          </a:solidFill>
          <a:ln xmlns:a="http://schemas.openxmlformats.org/drawingml/2006/main" w="0">
            <a:solidFill>
              <a:srgbClr val="17324D"/>
            </a:solidFill>
            <a:prstDash val="solid"/>
          </a:ln>
        </p:spPr>
        <p:txBody xmlns:a="http://schemas.openxmlformats.org/drawingml/2006/main">
          <a:bodyPr/>
          <a:p/>
        </p:txBody>
      </p:sp>
      <p:sp>
        <p:nvSpPr>
          <p:cNvPr id="52" name="Cây chức năng - mũi tên lá 3.1">
            <a:extLst xmlns:a="http://schemas.openxmlformats.org/drawingml/2006/main">
              <a:ext uri="{FF2B5EF4-FFF2-40B4-BE49-F238E27FC236}">
                <a16:creationId xmlns:a16="http://schemas.microsoft.com/office/drawing/2014/main" id="{08720DEA-C36B-44B9-9996-1933103961E7}"/>
              </a:ext>
            </a:extLst>
          </p:cNvPr>
          <p:cNvSpPr>
            <a:spLocks xmlns:a="http://schemas.openxmlformats.org/drawingml/2006/main" noGrp="1"/>
          </p:cNvSpPr>
          <p:nvPr/>
        </p:nvSpPr>
        <p:spPr>
          <a:xfrm xmlns:a="http://schemas.openxmlformats.org/drawingml/2006/main" rot="5400000">
            <a:off x="960120" y="2927033"/>
            <a:ext cx="60960" cy="60960"/>
          </a:xfrm>
          <a:prstGeom xmlns:a="http://schemas.openxmlformats.org/drawingml/2006/main" prst="triangle">
            <a:avLst/>
          </a:prstGeom>
          <a:solidFill xmlns:a="http://schemas.openxmlformats.org/drawingml/2006/main">
            <a:srgbClr val="17324D"/>
          </a:solidFill>
          <a:ln xmlns:a="http://schemas.openxmlformats.org/drawingml/2006/main" w="0">
            <a:solidFill>
              <a:srgbClr val="17324D"/>
            </a:solidFill>
            <a:prstDash val="solid"/>
          </a:ln>
        </p:spPr>
        <p:txBody xmlns:a="http://schemas.openxmlformats.org/drawingml/2006/main">
          <a:bodyPr/>
          <a:p/>
        </p:txBody>
      </p:sp>
      <p:sp>
        <p:nvSpPr>
          <p:cNvPr id="53" name="Cây chức năng - nối lá 3.2">
            <a:extLst xmlns:a="http://schemas.openxmlformats.org/drawingml/2006/main">
              <a:ext uri="{FF2B5EF4-FFF2-40B4-BE49-F238E27FC236}">
                <a16:creationId xmlns:a16="http://schemas.microsoft.com/office/drawing/2014/main" id="{849A6C3E-CB02-4E01-B013-CBFEDB2056B4}"/>
              </a:ext>
            </a:extLst>
          </p:cNvPr>
          <p:cNvSpPr>
            <a:spLocks xmlns:a="http://schemas.openxmlformats.org/drawingml/2006/main" noGrp="1"/>
          </p:cNvSpPr>
          <p:nvPr/>
        </p:nvSpPr>
        <p:spPr>
          <a:xfrm xmlns:a="http://schemas.openxmlformats.org/drawingml/2006/main">
            <a:off x="866775" y="3130868"/>
            <a:ext cx="123825" cy="11430"/>
          </a:xfrm>
          <a:prstGeom xmlns:a="http://schemas.openxmlformats.org/drawingml/2006/main" prst="rect">
            <a:avLst/>
          </a:prstGeom>
          <a:solidFill xmlns:a="http://schemas.openxmlformats.org/drawingml/2006/main">
            <a:srgbClr val="17324D"/>
          </a:solidFill>
          <a:ln xmlns:a="http://schemas.openxmlformats.org/drawingml/2006/main" w="0">
            <a:solidFill>
              <a:srgbClr val="17324D"/>
            </a:solidFill>
            <a:prstDash val="solid"/>
          </a:ln>
        </p:spPr>
        <p:txBody xmlns:a="http://schemas.openxmlformats.org/drawingml/2006/main">
          <a:bodyPr/>
          <a:p/>
        </p:txBody>
      </p:sp>
      <p:sp>
        <p:nvSpPr>
          <p:cNvPr id="54" name="Cây chức năng - mũi tên lá 3.2">
            <a:extLst xmlns:a="http://schemas.openxmlformats.org/drawingml/2006/main">
              <a:ext uri="{FF2B5EF4-FFF2-40B4-BE49-F238E27FC236}">
                <a16:creationId xmlns:a16="http://schemas.microsoft.com/office/drawing/2014/main" id="{260949F9-0523-4F7E-914C-941B42F15AFE}"/>
              </a:ext>
            </a:extLst>
          </p:cNvPr>
          <p:cNvSpPr>
            <a:spLocks xmlns:a="http://schemas.openxmlformats.org/drawingml/2006/main" noGrp="1"/>
          </p:cNvSpPr>
          <p:nvPr/>
        </p:nvSpPr>
        <p:spPr>
          <a:xfrm xmlns:a="http://schemas.openxmlformats.org/drawingml/2006/main" rot="5400000">
            <a:off x="960120" y="3106103"/>
            <a:ext cx="60960" cy="60960"/>
          </a:xfrm>
          <a:prstGeom xmlns:a="http://schemas.openxmlformats.org/drawingml/2006/main" prst="triangle">
            <a:avLst/>
          </a:prstGeom>
          <a:solidFill xmlns:a="http://schemas.openxmlformats.org/drawingml/2006/main">
            <a:srgbClr val="17324D"/>
          </a:solidFill>
          <a:ln xmlns:a="http://schemas.openxmlformats.org/drawingml/2006/main" w="0">
            <a:solidFill>
              <a:srgbClr val="17324D"/>
            </a:solidFill>
            <a:prstDash val="solid"/>
          </a:ln>
        </p:spPr>
        <p:txBody xmlns:a="http://schemas.openxmlformats.org/drawingml/2006/main">
          <a:bodyPr/>
          <a:p/>
        </p:txBody>
      </p:sp>
      <p:sp>
        <p:nvSpPr>
          <p:cNvPr id="55" name="Cây chức năng - nối lá 3.3">
            <a:extLst xmlns:a="http://schemas.openxmlformats.org/drawingml/2006/main">
              <a:ext uri="{FF2B5EF4-FFF2-40B4-BE49-F238E27FC236}">
                <a16:creationId xmlns:a16="http://schemas.microsoft.com/office/drawing/2014/main" id="{B6D0D053-F61D-4B89-A406-9D62F16CEEEF}"/>
              </a:ext>
            </a:extLst>
          </p:cNvPr>
          <p:cNvSpPr>
            <a:spLocks xmlns:a="http://schemas.openxmlformats.org/drawingml/2006/main" noGrp="1"/>
          </p:cNvSpPr>
          <p:nvPr/>
        </p:nvSpPr>
        <p:spPr>
          <a:xfrm xmlns:a="http://schemas.openxmlformats.org/drawingml/2006/main">
            <a:off x="866775" y="3309938"/>
            <a:ext cx="123825" cy="11430"/>
          </a:xfrm>
          <a:prstGeom xmlns:a="http://schemas.openxmlformats.org/drawingml/2006/main" prst="rect">
            <a:avLst/>
          </a:prstGeom>
          <a:solidFill xmlns:a="http://schemas.openxmlformats.org/drawingml/2006/main">
            <a:srgbClr val="17324D"/>
          </a:solidFill>
          <a:ln xmlns:a="http://schemas.openxmlformats.org/drawingml/2006/main" w="0">
            <a:solidFill>
              <a:srgbClr val="17324D"/>
            </a:solidFill>
            <a:prstDash val="solid"/>
          </a:ln>
        </p:spPr>
        <p:txBody xmlns:a="http://schemas.openxmlformats.org/drawingml/2006/main">
          <a:bodyPr/>
          <a:p/>
        </p:txBody>
      </p:sp>
      <p:sp>
        <p:nvSpPr>
          <p:cNvPr id="56" name="Cây chức năng - mũi tên lá 3.3">
            <a:extLst xmlns:a="http://schemas.openxmlformats.org/drawingml/2006/main">
              <a:ext uri="{FF2B5EF4-FFF2-40B4-BE49-F238E27FC236}">
                <a16:creationId xmlns:a16="http://schemas.microsoft.com/office/drawing/2014/main" id="{B0462F36-CCEE-450E-A12D-EC359E2A252E}"/>
              </a:ext>
            </a:extLst>
          </p:cNvPr>
          <p:cNvSpPr>
            <a:spLocks xmlns:a="http://schemas.openxmlformats.org/drawingml/2006/main" noGrp="1"/>
          </p:cNvSpPr>
          <p:nvPr/>
        </p:nvSpPr>
        <p:spPr>
          <a:xfrm xmlns:a="http://schemas.openxmlformats.org/drawingml/2006/main" rot="5400000">
            <a:off x="960120" y="3285173"/>
            <a:ext cx="60960" cy="60960"/>
          </a:xfrm>
          <a:prstGeom xmlns:a="http://schemas.openxmlformats.org/drawingml/2006/main" prst="triangle">
            <a:avLst/>
          </a:prstGeom>
          <a:solidFill xmlns:a="http://schemas.openxmlformats.org/drawingml/2006/main">
            <a:srgbClr val="17324D"/>
          </a:solidFill>
          <a:ln xmlns:a="http://schemas.openxmlformats.org/drawingml/2006/main" w="0">
            <a:solidFill>
              <a:srgbClr val="17324D"/>
            </a:solidFill>
            <a:prstDash val="solid"/>
          </a:ln>
        </p:spPr>
        <p:txBody xmlns:a="http://schemas.openxmlformats.org/drawingml/2006/main">
          <a:bodyPr/>
          <a:p/>
        </p:txBody>
      </p:sp>
      <p:sp>
        <p:nvSpPr>
          <p:cNvPr id="57" name="Cây chức năng - nối lá 3.4">
            <a:extLst xmlns:a="http://schemas.openxmlformats.org/drawingml/2006/main">
              <a:ext uri="{FF2B5EF4-FFF2-40B4-BE49-F238E27FC236}">
                <a16:creationId xmlns:a16="http://schemas.microsoft.com/office/drawing/2014/main" id="{C02A243E-036C-4D61-86B1-8B923228A822}"/>
              </a:ext>
            </a:extLst>
          </p:cNvPr>
          <p:cNvSpPr>
            <a:spLocks xmlns:a="http://schemas.openxmlformats.org/drawingml/2006/main" noGrp="1"/>
          </p:cNvSpPr>
          <p:nvPr/>
        </p:nvSpPr>
        <p:spPr>
          <a:xfrm xmlns:a="http://schemas.openxmlformats.org/drawingml/2006/main">
            <a:off x="866775" y="3489007"/>
            <a:ext cx="123825" cy="11430"/>
          </a:xfrm>
          <a:prstGeom xmlns:a="http://schemas.openxmlformats.org/drawingml/2006/main" prst="rect">
            <a:avLst/>
          </a:prstGeom>
          <a:solidFill xmlns:a="http://schemas.openxmlformats.org/drawingml/2006/main">
            <a:srgbClr val="17324D"/>
          </a:solidFill>
          <a:ln xmlns:a="http://schemas.openxmlformats.org/drawingml/2006/main" w="0">
            <a:solidFill>
              <a:srgbClr val="17324D"/>
            </a:solidFill>
            <a:prstDash val="solid"/>
          </a:ln>
        </p:spPr>
        <p:txBody xmlns:a="http://schemas.openxmlformats.org/drawingml/2006/main">
          <a:bodyPr/>
          <a:p/>
        </p:txBody>
      </p:sp>
      <p:sp>
        <p:nvSpPr>
          <p:cNvPr id="58" name="Cây chức năng - mũi tên lá 3.4">
            <a:extLst xmlns:a="http://schemas.openxmlformats.org/drawingml/2006/main">
              <a:ext uri="{FF2B5EF4-FFF2-40B4-BE49-F238E27FC236}">
                <a16:creationId xmlns:a16="http://schemas.microsoft.com/office/drawing/2014/main" id="{89263C7D-A041-4A25-92B8-45A211C86549}"/>
              </a:ext>
            </a:extLst>
          </p:cNvPr>
          <p:cNvSpPr>
            <a:spLocks xmlns:a="http://schemas.openxmlformats.org/drawingml/2006/main" noGrp="1"/>
          </p:cNvSpPr>
          <p:nvPr/>
        </p:nvSpPr>
        <p:spPr>
          <a:xfrm xmlns:a="http://schemas.openxmlformats.org/drawingml/2006/main" rot="5400000">
            <a:off x="960120" y="3464243"/>
            <a:ext cx="60960" cy="60960"/>
          </a:xfrm>
          <a:prstGeom xmlns:a="http://schemas.openxmlformats.org/drawingml/2006/main" prst="triangle">
            <a:avLst/>
          </a:prstGeom>
          <a:solidFill xmlns:a="http://schemas.openxmlformats.org/drawingml/2006/main">
            <a:srgbClr val="17324D"/>
          </a:solidFill>
          <a:ln xmlns:a="http://schemas.openxmlformats.org/drawingml/2006/main" w="0">
            <a:solidFill>
              <a:srgbClr val="17324D"/>
            </a:solidFill>
            <a:prstDash val="solid"/>
          </a:ln>
        </p:spPr>
        <p:txBody xmlns:a="http://schemas.openxmlformats.org/drawingml/2006/main">
          <a:bodyPr/>
          <a:p/>
        </p:txBody>
      </p:sp>
      <p:sp>
        <p:nvSpPr>
          <p:cNvPr id="59" name="Cây chức năng - nối nhóm 4">
            <a:extLst xmlns:a="http://schemas.openxmlformats.org/drawingml/2006/main">
              <a:ext uri="{FF2B5EF4-FFF2-40B4-BE49-F238E27FC236}">
                <a16:creationId xmlns:a16="http://schemas.microsoft.com/office/drawing/2014/main" id="{5A615E3D-DC39-4F73-B77D-AA5932CB76F9}"/>
              </a:ext>
            </a:extLst>
          </p:cNvPr>
          <p:cNvSpPr>
            <a:spLocks xmlns:a="http://schemas.openxmlformats.org/drawingml/2006/main" noGrp="1"/>
          </p:cNvSpPr>
          <p:nvPr/>
        </p:nvSpPr>
        <p:spPr>
          <a:xfrm xmlns:a="http://schemas.openxmlformats.org/drawingml/2006/main">
            <a:off x="8505825" y="2699385"/>
            <a:ext cx="238125" cy="11430"/>
          </a:xfrm>
          <a:prstGeom xmlns:a="http://schemas.openxmlformats.org/drawingml/2006/main" prst="rect">
            <a:avLst/>
          </a:prstGeom>
          <a:solidFill xmlns:a="http://schemas.openxmlformats.org/drawingml/2006/main">
            <a:srgbClr val="17324D"/>
          </a:solidFill>
          <a:ln xmlns:a="http://schemas.openxmlformats.org/drawingml/2006/main" w="0">
            <a:solidFill>
              <a:srgbClr val="17324D"/>
            </a:solidFill>
            <a:prstDash val="solid"/>
          </a:ln>
        </p:spPr>
        <p:txBody xmlns:a="http://schemas.openxmlformats.org/drawingml/2006/main">
          <a:bodyPr/>
          <a:p/>
        </p:txBody>
      </p:sp>
      <p:sp>
        <p:nvSpPr>
          <p:cNvPr id="60" name="Cây chức năng - mũi tên nhóm 4">
            <a:extLst xmlns:a="http://schemas.openxmlformats.org/drawingml/2006/main">
              <a:ext uri="{FF2B5EF4-FFF2-40B4-BE49-F238E27FC236}">
                <a16:creationId xmlns:a16="http://schemas.microsoft.com/office/drawing/2014/main" id="{ABC7D807-79AE-495B-874D-732C36A63183}"/>
              </a:ext>
            </a:extLst>
          </p:cNvPr>
          <p:cNvSpPr>
            <a:spLocks xmlns:a="http://schemas.openxmlformats.org/drawingml/2006/main" noGrp="1"/>
          </p:cNvSpPr>
          <p:nvPr/>
        </p:nvSpPr>
        <p:spPr>
          <a:xfrm xmlns:a="http://schemas.openxmlformats.org/drawingml/2006/main" rot="-5400000">
            <a:off x="8475345" y="2674620"/>
            <a:ext cx="60960" cy="60960"/>
          </a:xfrm>
          <a:prstGeom xmlns:a="http://schemas.openxmlformats.org/drawingml/2006/main" prst="triangle">
            <a:avLst/>
          </a:prstGeom>
          <a:solidFill xmlns:a="http://schemas.openxmlformats.org/drawingml/2006/main">
            <a:srgbClr val="17324D"/>
          </a:solidFill>
          <a:ln xmlns:a="http://schemas.openxmlformats.org/drawingml/2006/main" w="0">
            <a:solidFill>
              <a:srgbClr val="17324D"/>
            </a:solidFill>
            <a:prstDash val="solid"/>
          </a:ln>
        </p:spPr>
        <p:txBody xmlns:a="http://schemas.openxmlformats.org/drawingml/2006/main">
          <a:bodyPr/>
          <a:p/>
        </p:txBody>
      </p:sp>
      <p:sp>
        <p:nvSpPr>
          <p:cNvPr id="61" name="Cây chức năng - nhánh dọc 4">
            <a:extLst xmlns:a="http://schemas.openxmlformats.org/drawingml/2006/main">
              <a:ext uri="{FF2B5EF4-FFF2-40B4-BE49-F238E27FC236}">
                <a16:creationId xmlns:a16="http://schemas.microsoft.com/office/drawing/2014/main" id="{C5243667-AA69-44D0-B0CE-1D24C31E6B01}"/>
              </a:ext>
            </a:extLst>
          </p:cNvPr>
          <p:cNvSpPr>
            <a:spLocks xmlns:a="http://schemas.openxmlformats.org/drawingml/2006/main" noGrp="1"/>
          </p:cNvSpPr>
          <p:nvPr/>
        </p:nvSpPr>
        <p:spPr>
          <a:xfrm xmlns:a="http://schemas.openxmlformats.org/drawingml/2006/main">
            <a:off x="5181600" y="2819400"/>
            <a:ext cx="11430" cy="854392"/>
          </a:xfrm>
          <a:prstGeom xmlns:a="http://schemas.openxmlformats.org/drawingml/2006/main" prst="rect">
            <a:avLst/>
          </a:prstGeom>
          <a:solidFill xmlns:a="http://schemas.openxmlformats.org/drawingml/2006/main">
            <a:srgbClr val="17324D"/>
          </a:solidFill>
          <a:ln xmlns:a="http://schemas.openxmlformats.org/drawingml/2006/main" w="0">
            <a:solidFill>
              <a:srgbClr val="17324D"/>
            </a:solidFill>
            <a:prstDash val="solid"/>
          </a:ln>
        </p:spPr>
        <p:txBody xmlns:a="http://schemas.openxmlformats.org/drawingml/2006/main">
          <a:bodyPr/>
          <a:p/>
        </p:txBody>
      </p:sp>
      <p:sp>
        <p:nvSpPr>
          <p:cNvPr id="62" name="Cây chức năng - nối lá 4.1">
            <a:extLst xmlns:a="http://schemas.openxmlformats.org/drawingml/2006/main">
              <a:ext uri="{FF2B5EF4-FFF2-40B4-BE49-F238E27FC236}">
                <a16:creationId xmlns:a16="http://schemas.microsoft.com/office/drawing/2014/main" id="{F65955CD-948F-4948-AC86-52AD0EB23B51}"/>
              </a:ext>
            </a:extLst>
          </p:cNvPr>
          <p:cNvSpPr>
            <a:spLocks xmlns:a="http://schemas.openxmlformats.org/drawingml/2006/main" noGrp="1"/>
          </p:cNvSpPr>
          <p:nvPr/>
        </p:nvSpPr>
        <p:spPr>
          <a:xfrm xmlns:a="http://schemas.openxmlformats.org/drawingml/2006/main">
            <a:off x="5181600" y="2951798"/>
            <a:ext cx="123825" cy="11430"/>
          </a:xfrm>
          <a:prstGeom xmlns:a="http://schemas.openxmlformats.org/drawingml/2006/main" prst="rect">
            <a:avLst/>
          </a:prstGeom>
          <a:solidFill xmlns:a="http://schemas.openxmlformats.org/drawingml/2006/main">
            <a:srgbClr val="17324D"/>
          </a:solidFill>
          <a:ln xmlns:a="http://schemas.openxmlformats.org/drawingml/2006/main" w="0">
            <a:solidFill>
              <a:srgbClr val="17324D"/>
            </a:solidFill>
            <a:prstDash val="solid"/>
          </a:ln>
        </p:spPr>
        <p:txBody xmlns:a="http://schemas.openxmlformats.org/drawingml/2006/main">
          <a:bodyPr/>
          <a:p/>
        </p:txBody>
      </p:sp>
      <p:sp>
        <p:nvSpPr>
          <p:cNvPr id="63" name="Cây chức năng - mũi tên lá 4.1">
            <a:extLst xmlns:a="http://schemas.openxmlformats.org/drawingml/2006/main">
              <a:ext uri="{FF2B5EF4-FFF2-40B4-BE49-F238E27FC236}">
                <a16:creationId xmlns:a16="http://schemas.microsoft.com/office/drawing/2014/main" id="{2F1AB56B-75DF-4715-86C6-FC9BD7C39113}"/>
              </a:ext>
            </a:extLst>
          </p:cNvPr>
          <p:cNvSpPr>
            <a:spLocks xmlns:a="http://schemas.openxmlformats.org/drawingml/2006/main" noGrp="1"/>
          </p:cNvSpPr>
          <p:nvPr/>
        </p:nvSpPr>
        <p:spPr>
          <a:xfrm xmlns:a="http://schemas.openxmlformats.org/drawingml/2006/main" rot="5400000">
            <a:off x="5274945" y="2927033"/>
            <a:ext cx="60960" cy="60960"/>
          </a:xfrm>
          <a:prstGeom xmlns:a="http://schemas.openxmlformats.org/drawingml/2006/main" prst="triangle">
            <a:avLst/>
          </a:prstGeom>
          <a:solidFill xmlns:a="http://schemas.openxmlformats.org/drawingml/2006/main">
            <a:srgbClr val="17324D"/>
          </a:solidFill>
          <a:ln xmlns:a="http://schemas.openxmlformats.org/drawingml/2006/main" w="0">
            <a:solidFill>
              <a:srgbClr val="17324D"/>
            </a:solidFill>
            <a:prstDash val="solid"/>
          </a:ln>
        </p:spPr>
        <p:txBody xmlns:a="http://schemas.openxmlformats.org/drawingml/2006/main">
          <a:bodyPr/>
          <a:p/>
        </p:txBody>
      </p:sp>
      <p:sp>
        <p:nvSpPr>
          <p:cNvPr id="64" name="Cây chức năng - nối lá 4.2">
            <a:extLst xmlns:a="http://schemas.openxmlformats.org/drawingml/2006/main">
              <a:ext uri="{FF2B5EF4-FFF2-40B4-BE49-F238E27FC236}">
                <a16:creationId xmlns:a16="http://schemas.microsoft.com/office/drawing/2014/main" id="{AD658F91-0D34-4372-B87A-8D3F984BFD9F}"/>
              </a:ext>
            </a:extLst>
          </p:cNvPr>
          <p:cNvSpPr>
            <a:spLocks xmlns:a="http://schemas.openxmlformats.org/drawingml/2006/main" noGrp="1"/>
          </p:cNvSpPr>
          <p:nvPr/>
        </p:nvSpPr>
        <p:spPr>
          <a:xfrm xmlns:a="http://schemas.openxmlformats.org/drawingml/2006/main">
            <a:off x="5181600" y="3130868"/>
            <a:ext cx="123825" cy="11430"/>
          </a:xfrm>
          <a:prstGeom xmlns:a="http://schemas.openxmlformats.org/drawingml/2006/main" prst="rect">
            <a:avLst/>
          </a:prstGeom>
          <a:solidFill xmlns:a="http://schemas.openxmlformats.org/drawingml/2006/main">
            <a:srgbClr val="17324D"/>
          </a:solidFill>
          <a:ln xmlns:a="http://schemas.openxmlformats.org/drawingml/2006/main" w="0">
            <a:solidFill>
              <a:srgbClr val="17324D"/>
            </a:solidFill>
            <a:prstDash val="solid"/>
          </a:ln>
        </p:spPr>
        <p:txBody xmlns:a="http://schemas.openxmlformats.org/drawingml/2006/main">
          <a:bodyPr/>
          <a:p/>
        </p:txBody>
      </p:sp>
      <p:sp>
        <p:nvSpPr>
          <p:cNvPr id="65" name="Cây chức năng - mũi tên lá 4.2">
            <a:extLst xmlns:a="http://schemas.openxmlformats.org/drawingml/2006/main">
              <a:ext uri="{FF2B5EF4-FFF2-40B4-BE49-F238E27FC236}">
                <a16:creationId xmlns:a16="http://schemas.microsoft.com/office/drawing/2014/main" id="{33FC19FF-FB2A-436A-84B0-C21956635674}"/>
              </a:ext>
            </a:extLst>
          </p:cNvPr>
          <p:cNvSpPr>
            <a:spLocks xmlns:a="http://schemas.openxmlformats.org/drawingml/2006/main" noGrp="1"/>
          </p:cNvSpPr>
          <p:nvPr/>
        </p:nvSpPr>
        <p:spPr>
          <a:xfrm xmlns:a="http://schemas.openxmlformats.org/drawingml/2006/main" rot="5400000">
            <a:off x="5274945" y="3106103"/>
            <a:ext cx="60960" cy="60960"/>
          </a:xfrm>
          <a:prstGeom xmlns:a="http://schemas.openxmlformats.org/drawingml/2006/main" prst="triangle">
            <a:avLst/>
          </a:prstGeom>
          <a:solidFill xmlns:a="http://schemas.openxmlformats.org/drawingml/2006/main">
            <a:srgbClr val="17324D"/>
          </a:solidFill>
          <a:ln xmlns:a="http://schemas.openxmlformats.org/drawingml/2006/main" w="0">
            <a:solidFill>
              <a:srgbClr val="17324D"/>
            </a:solidFill>
            <a:prstDash val="solid"/>
          </a:ln>
        </p:spPr>
        <p:txBody xmlns:a="http://schemas.openxmlformats.org/drawingml/2006/main">
          <a:bodyPr/>
          <a:p/>
        </p:txBody>
      </p:sp>
      <p:sp>
        <p:nvSpPr>
          <p:cNvPr id="66" name="Cây chức năng - nối lá 4.3">
            <a:extLst xmlns:a="http://schemas.openxmlformats.org/drawingml/2006/main">
              <a:ext uri="{FF2B5EF4-FFF2-40B4-BE49-F238E27FC236}">
                <a16:creationId xmlns:a16="http://schemas.microsoft.com/office/drawing/2014/main" id="{612C0007-9D94-432D-B8EA-CD80591A47DD}"/>
              </a:ext>
            </a:extLst>
          </p:cNvPr>
          <p:cNvSpPr>
            <a:spLocks xmlns:a="http://schemas.openxmlformats.org/drawingml/2006/main" noGrp="1"/>
          </p:cNvSpPr>
          <p:nvPr/>
        </p:nvSpPr>
        <p:spPr>
          <a:xfrm xmlns:a="http://schemas.openxmlformats.org/drawingml/2006/main">
            <a:off x="5181600" y="3309938"/>
            <a:ext cx="123825" cy="11430"/>
          </a:xfrm>
          <a:prstGeom xmlns:a="http://schemas.openxmlformats.org/drawingml/2006/main" prst="rect">
            <a:avLst/>
          </a:prstGeom>
          <a:solidFill xmlns:a="http://schemas.openxmlformats.org/drawingml/2006/main">
            <a:srgbClr val="17324D"/>
          </a:solidFill>
          <a:ln xmlns:a="http://schemas.openxmlformats.org/drawingml/2006/main" w="0">
            <a:solidFill>
              <a:srgbClr val="17324D"/>
            </a:solidFill>
            <a:prstDash val="solid"/>
          </a:ln>
        </p:spPr>
        <p:txBody xmlns:a="http://schemas.openxmlformats.org/drawingml/2006/main">
          <a:bodyPr/>
          <a:p/>
        </p:txBody>
      </p:sp>
      <p:sp>
        <p:nvSpPr>
          <p:cNvPr id="67" name="Cây chức năng - mũi tên lá 4.3">
            <a:extLst xmlns:a="http://schemas.openxmlformats.org/drawingml/2006/main">
              <a:ext uri="{FF2B5EF4-FFF2-40B4-BE49-F238E27FC236}">
                <a16:creationId xmlns:a16="http://schemas.microsoft.com/office/drawing/2014/main" id="{F2E7DE14-E38B-4A8C-94B6-C6B9D4719E1F}"/>
              </a:ext>
            </a:extLst>
          </p:cNvPr>
          <p:cNvSpPr>
            <a:spLocks xmlns:a="http://schemas.openxmlformats.org/drawingml/2006/main" noGrp="1"/>
          </p:cNvSpPr>
          <p:nvPr/>
        </p:nvSpPr>
        <p:spPr>
          <a:xfrm xmlns:a="http://schemas.openxmlformats.org/drawingml/2006/main" rot="5400000">
            <a:off x="5274945" y="3285173"/>
            <a:ext cx="60960" cy="60960"/>
          </a:xfrm>
          <a:prstGeom xmlns:a="http://schemas.openxmlformats.org/drawingml/2006/main" prst="triangle">
            <a:avLst/>
          </a:prstGeom>
          <a:solidFill xmlns:a="http://schemas.openxmlformats.org/drawingml/2006/main">
            <a:srgbClr val="17324D"/>
          </a:solidFill>
          <a:ln xmlns:a="http://schemas.openxmlformats.org/drawingml/2006/main" w="0">
            <a:solidFill>
              <a:srgbClr val="17324D"/>
            </a:solidFill>
            <a:prstDash val="solid"/>
          </a:ln>
        </p:spPr>
        <p:txBody xmlns:a="http://schemas.openxmlformats.org/drawingml/2006/main">
          <a:bodyPr/>
          <a:p/>
        </p:txBody>
      </p:sp>
      <p:sp>
        <p:nvSpPr>
          <p:cNvPr id="68" name="Cây chức năng - nối lá 4.4">
            <a:extLst xmlns:a="http://schemas.openxmlformats.org/drawingml/2006/main">
              <a:ext uri="{FF2B5EF4-FFF2-40B4-BE49-F238E27FC236}">
                <a16:creationId xmlns:a16="http://schemas.microsoft.com/office/drawing/2014/main" id="{D4B4F5AA-5360-45CB-ACC3-B23E8DC9D5E9}"/>
              </a:ext>
            </a:extLst>
          </p:cNvPr>
          <p:cNvSpPr>
            <a:spLocks xmlns:a="http://schemas.openxmlformats.org/drawingml/2006/main" noGrp="1"/>
          </p:cNvSpPr>
          <p:nvPr/>
        </p:nvSpPr>
        <p:spPr>
          <a:xfrm xmlns:a="http://schemas.openxmlformats.org/drawingml/2006/main">
            <a:off x="5181600" y="3489007"/>
            <a:ext cx="123825" cy="11430"/>
          </a:xfrm>
          <a:prstGeom xmlns:a="http://schemas.openxmlformats.org/drawingml/2006/main" prst="rect">
            <a:avLst/>
          </a:prstGeom>
          <a:solidFill xmlns:a="http://schemas.openxmlformats.org/drawingml/2006/main">
            <a:srgbClr val="17324D"/>
          </a:solidFill>
          <a:ln xmlns:a="http://schemas.openxmlformats.org/drawingml/2006/main" w="0">
            <a:solidFill>
              <a:srgbClr val="17324D"/>
            </a:solidFill>
            <a:prstDash val="solid"/>
          </a:ln>
        </p:spPr>
        <p:txBody xmlns:a="http://schemas.openxmlformats.org/drawingml/2006/main">
          <a:bodyPr/>
          <a:p/>
        </p:txBody>
      </p:sp>
      <p:sp>
        <p:nvSpPr>
          <p:cNvPr id="69" name="Cây chức năng - mũi tên lá 4.4">
            <a:extLst xmlns:a="http://schemas.openxmlformats.org/drawingml/2006/main">
              <a:ext uri="{FF2B5EF4-FFF2-40B4-BE49-F238E27FC236}">
                <a16:creationId xmlns:a16="http://schemas.microsoft.com/office/drawing/2014/main" id="{A361A976-8556-4E2B-8376-2F0D1C87AF13}"/>
              </a:ext>
            </a:extLst>
          </p:cNvPr>
          <p:cNvSpPr>
            <a:spLocks xmlns:a="http://schemas.openxmlformats.org/drawingml/2006/main" noGrp="1"/>
          </p:cNvSpPr>
          <p:nvPr/>
        </p:nvSpPr>
        <p:spPr>
          <a:xfrm xmlns:a="http://schemas.openxmlformats.org/drawingml/2006/main" rot="5400000">
            <a:off x="5274945" y="3464243"/>
            <a:ext cx="60960" cy="60960"/>
          </a:xfrm>
          <a:prstGeom xmlns:a="http://schemas.openxmlformats.org/drawingml/2006/main" prst="triangle">
            <a:avLst/>
          </a:prstGeom>
          <a:solidFill xmlns:a="http://schemas.openxmlformats.org/drawingml/2006/main">
            <a:srgbClr val="17324D"/>
          </a:solidFill>
          <a:ln xmlns:a="http://schemas.openxmlformats.org/drawingml/2006/main" w="0">
            <a:solidFill>
              <a:srgbClr val="17324D"/>
            </a:solidFill>
            <a:prstDash val="solid"/>
          </a:ln>
        </p:spPr>
        <p:txBody xmlns:a="http://schemas.openxmlformats.org/drawingml/2006/main">
          <a:bodyPr/>
          <a:p/>
        </p:txBody>
      </p:sp>
      <p:sp>
        <p:nvSpPr>
          <p:cNvPr id="70" name="Cây chức năng - nối lá 4.5">
            <a:extLst xmlns:a="http://schemas.openxmlformats.org/drawingml/2006/main">
              <a:ext uri="{FF2B5EF4-FFF2-40B4-BE49-F238E27FC236}">
                <a16:creationId xmlns:a16="http://schemas.microsoft.com/office/drawing/2014/main" id="{0E8E973F-59C9-4D34-80D5-8ADD072082DF}"/>
              </a:ext>
            </a:extLst>
          </p:cNvPr>
          <p:cNvSpPr>
            <a:spLocks xmlns:a="http://schemas.openxmlformats.org/drawingml/2006/main" noGrp="1"/>
          </p:cNvSpPr>
          <p:nvPr/>
        </p:nvSpPr>
        <p:spPr>
          <a:xfrm xmlns:a="http://schemas.openxmlformats.org/drawingml/2006/main">
            <a:off x="5181600" y="3668077"/>
            <a:ext cx="123825" cy="11430"/>
          </a:xfrm>
          <a:prstGeom xmlns:a="http://schemas.openxmlformats.org/drawingml/2006/main" prst="rect">
            <a:avLst/>
          </a:prstGeom>
          <a:solidFill xmlns:a="http://schemas.openxmlformats.org/drawingml/2006/main">
            <a:srgbClr val="17324D"/>
          </a:solidFill>
          <a:ln xmlns:a="http://schemas.openxmlformats.org/drawingml/2006/main" w="0">
            <a:solidFill>
              <a:srgbClr val="17324D"/>
            </a:solidFill>
            <a:prstDash val="solid"/>
          </a:ln>
        </p:spPr>
        <p:txBody xmlns:a="http://schemas.openxmlformats.org/drawingml/2006/main">
          <a:bodyPr/>
          <a:p/>
        </p:txBody>
      </p:sp>
      <p:sp>
        <p:nvSpPr>
          <p:cNvPr id="71" name="Cây chức năng - mũi tên lá 4.5">
            <a:extLst xmlns:a="http://schemas.openxmlformats.org/drawingml/2006/main">
              <a:ext uri="{FF2B5EF4-FFF2-40B4-BE49-F238E27FC236}">
                <a16:creationId xmlns:a16="http://schemas.microsoft.com/office/drawing/2014/main" id="{8F84FA22-ED5F-4E97-9369-018AACEBC252}"/>
              </a:ext>
            </a:extLst>
          </p:cNvPr>
          <p:cNvSpPr>
            <a:spLocks xmlns:a="http://schemas.openxmlformats.org/drawingml/2006/main" noGrp="1"/>
          </p:cNvSpPr>
          <p:nvPr/>
        </p:nvSpPr>
        <p:spPr>
          <a:xfrm xmlns:a="http://schemas.openxmlformats.org/drawingml/2006/main" rot="5400000">
            <a:off x="5274945" y="3643313"/>
            <a:ext cx="60960" cy="60960"/>
          </a:xfrm>
          <a:prstGeom xmlns:a="http://schemas.openxmlformats.org/drawingml/2006/main" prst="triangle">
            <a:avLst/>
          </a:prstGeom>
          <a:solidFill xmlns:a="http://schemas.openxmlformats.org/drawingml/2006/main">
            <a:srgbClr val="17324D"/>
          </a:solidFill>
          <a:ln xmlns:a="http://schemas.openxmlformats.org/drawingml/2006/main" w="0">
            <a:solidFill>
              <a:srgbClr val="17324D"/>
            </a:solidFill>
            <a:prstDash val="solid"/>
          </a:ln>
        </p:spPr>
        <p:txBody xmlns:a="http://schemas.openxmlformats.org/drawingml/2006/main">
          <a:bodyPr/>
          <a:p/>
        </p:txBody>
      </p:sp>
      <p:sp>
        <p:nvSpPr>
          <p:cNvPr id="72" name="Cây chức năng - nối nhóm 5">
            <a:extLst xmlns:a="http://schemas.openxmlformats.org/drawingml/2006/main">
              <a:ext uri="{FF2B5EF4-FFF2-40B4-BE49-F238E27FC236}">
                <a16:creationId xmlns:a16="http://schemas.microsoft.com/office/drawing/2014/main" id="{A7E3ABE1-DE10-4A06-A5DF-6E3D64A2A6F2}"/>
              </a:ext>
            </a:extLst>
          </p:cNvPr>
          <p:cNvSpPr>
            <a:spLocks xmlns:a="http://schemas.openxmlformats.org/drawingml/2006/main" noGrp="1"/>
          </p:cNvSpPr>
          <p:nvPr/>
        </p:nvSpPr>
        <p:spPr>
          <a:xfrm xmlns:a="http://schemas.openxmlformats.org/drawingml/2006/main">
            <a:off x="400050" y="3870960"/>
            <a:ext cx="238125" cy="11430"/>
          </a:xfrm>
          <a:prstGeom xmlns:a="http://schemas.openxmlformats.org/drawingml/2006/main" prst="rect">
            <a:avLst/>
          </a:prstGeom>
          <a:solidFill xmlns:a="http://schemas.openxmlformats.org/drawingml/2006/main">
            <a:srgbClr val="17324D"/>
          </a:solidFill>
          <a:ln xmlns:a="http://schemas.openxmlformats.org/drawingml/2006/main" w="0">
            <a:solidFill>
              <a:srgbClr val="17324D"/>
            </a:solidFill>
            <a:prstDash val="solid"/>
          </a:ln>
        </p:spPr>
        <p:txBody xmlns:a="http://schemas.openxmlformats.org/drawingml/2006/main">
          <a:bodyPr/>
          <a:p/>
        </p:txBody>
      </p:sp>
      <p:sp>
        <p:nvSpPr>
          <p:cNvPr id="73" name="Cây chức năng - mũi tên nhóm 5">
            <a:extLst xmlns:a="http://schemas.openxmlformats.org/drawingml/2006/main">
              <a:ext uri="{FF2B5EF4-FFF2-40B4-BE49-F238E27FC236}">
                <a16:creationId xmlns:a16="http://schemas.microsoft.com/office/drawing/2014/main" id="{B55F754C-4F05-4A8E-9AFC-806554169104}"/>
              </a:ext>
            </a:extLst>
          </p:cNvPr>
          <p:cNvSpPr>
            <a:spLocks xmlns:a="http://schemas.openxmlformats.org/drawingml/2006/main" noGrp="1"/>
          </p:cNvSpPr>
          <p:nvPr/>
        </p:nvSpPr>
        <p:spPr>
          <a:xfrm xmlns:a="http://schemas.openxmlformats.org/drawingml/2006/main" rot="5400000">
            <a:off x="607695" y="3846195"/>
            <a:ext cx="60960" cy="60960"/>
          </a:xfrm>
          <a:prstGeom xmlns:a="http://schemas.openxmlformats.org/drawingml/2006/main" prst="triangle">
            <a:avLst/>
          </a:prstGeom>
          <a:solidFill xmlns:a="http://schemas.openxmlformats.org/drawingml/2006/main">
            <a:srgbClr val="17324D"/>
          </a:solidFill>
          <a:ln xmlns:a="http://schemas.openxmlformats.org/drawingml/2006/main" w="0">
            <a:solidFill>
              <a:srgbClr val="17324D"/>
            </a:solidFill>
            <a:prstDash val="solid"/>
          </a:ln>
        </p:spPr>
        <p:txBody xmlns:a="http://schemas.openxmlformats.org/drawingml/2006/main">
          <a:bodyPr/>
          <a:p/>
        </p:txBody>
      </p:sp>
      <p:sp>
        <p:nvSpPr>
          <p:cNvPr id="74" name="Cây chức năng - nhánh dọc 5">
            <a:extLst xmlns:a="http://schemas.openxmlformats.org/drawingml/2006/main">
              <a:ext uri="{FF2B5EF4-FFF2-40B4-BE49-F238E27FC236}">
                <a16:creationId xmlns:a16="http://schemas.microsoft.com/office/drawing/2014/main" id="{EE8FBF10-6DFE-49E4-BE44-AE480D28AFA8}"/>
              </a:ext>
            </a:extLst>
          </p:cNvPr>
          <p:cNvSpPr>
            <a:spLocks xmlns:a="http://schemas.openxmlformats.org/drawingml/2006/main" noGrp="1"/>
          </p:cNvSpPr>
          <p:nvPr/>
        </p:nvSpPr>
        <p:spPr>
          <a:xfrm xmlns:a="http://schemas.openxmlformats.org/drawingml/2006/main">
            <a:off x="866775" y="3990975"/>
            <a:ext cx="11430" cy="854392"/>
          </a:xfrm>
          <a:prstGeom xmlns:a="http://schemas.openxmlformats.org/drawingml/2006/main" prst="rect">
            <a:avLst/>
          </a:prstGeom>
          <a:solidFill xmlns:a="http://schemas.openxmlformats.org/drawingml/2006/main">
            <a:srgbClr val="17324D"/>
          </a:solidFill>
          <a:ln xmlns:a="http://schemas.openxmlformats.org/drawingml/2006/main" w="0">
            <a:solidFill>
              <a:srgbClr val="17324D"/>
            </a:solidFill>
            <a:prstDash val="solid"/>
          </a:ln>
        </p:spPr>
        <p:txBody xmlns:a="http://schemas.openxmlformats.org/drawingml/2006/main">
          <a:bodyPr/>
          <a:p/>
        </p:txBody>
      </p:sp>
      <p:sp>
        <p:nvSpPr>
          <p:cNvPr id="75" name="Cây chức năng - nối lá 5.1">
            <a:extLst xmlns:a="http://schemas.openxmlformats.org/drawingml/2006/main">
              <a:ext uri="{FF2B5EF4-FFF2-40B4-BE49-F238E27FC236}">
                <a16:creationId xmlns:a16="http://schemas.microsoft.com/office/drawing/2014/main" id="{DA7081B6-0A6C-4DFA-8A2F-B02AC89D29A6}"/>
              </a:ext>
            </a:extLst>
          </p:cNvPr>
          <p:cNvSpPr>
            <a:spLocks xmlns:a="http://schemas.openxmlformats.org/drawingml/2006/main" noGrp="1"/>
          </p:cNvSpPr>
          <p:nvPr/>
        </p:nvSpPr>
        <p:spPr>
          <a:xfrm xmlns:a="http://schemas.openxmlformats.org/drawingml/2006/main">
            <a:off x="866775" y="4123373"/>
            <a:ext cx="123825" cy="11430"/>
          </a:xfrm>
          <a:prstGeom xmlns:a="http://schemas.openxmlformats.org/drawingml/2006/main" prst="rect">
            <a:avLst/>
          </a:prstGeom>
          <a:solidFill xmlns:a="http://schemas.openxmlformats.org/drawingml/2006/main">
            <a:srgbClr val="17324D"/>
          </a:solidFill>
          <a:ln xmlns:a="http://schemas.openxmlformats.org/drawingml/2006/main" w="0">
            <a:solidFill>
              <a:srgbClr val="17324D"/>
            </a:solidFill>
            <a:prstDash val="solid"/>
          </a:ln>
        </p:spPr>
        <p:txBody xmlns:a="http://schemas.openxmlformats.org/drawingml/2006/main">
          <a:bodyPr/>
          <a:p/>
        </p:txBody>
      </p:sp>
      <p:sp>
        <p:nvSpPr>
          <p:cNvPr id="76" name="Cây chức năng - mũi tên lá 5.1">
            <a:extLst xmlns:a="http://schemas.openxmlformats.org/drawingml/2006/main">
              <a:ext uri="{FF2B5EF4-FFF2-40B4-BE49-F238E27FC236}">
                <a16:creationId xmlns:a16="http://schemas.microsoft.com/office/drawing/2014/main" id="{E96FE05A-0F94-45D7-BB88-6860B7671941}"/>
              </a:ext>
            </a:extLst>
          </p:cNvPr>
          <p:cNvSpPr>
            <a:spLocks xmlns:a="http://schemas.openxmlformats.org/drawingml/2006/main" noGrp="1"/>
          </p:cNvSpPr>
          <p:nvPr/>
        </p:nvSpPr>
        <p:spPr>
          <a:xfrm xmlns:a="http://schemas.openxmlformats.org/drawingml/2006/main" rot="5400000">
            <a:off x="960120" y="4098608"/>
            <a:ext cx="60960" cy="60960"/>
          </a:xfrm>
          <a:prstGeom xmlns:a="http://schemas.openxmlformats.org/drawingml/2006/main" prst="triangle">
            <a:avLst/>
          </a:prstGeom>
          <a:solidFill xmlns:a="http://schemas.openxmlformats.org/drawingml/2006/main">
            <a:srgbClr val="17324D"/>
          </a:solidFill>
          <a:ln xmlns:a="http://schemas.openxmlformats.org/drawingml/2006/main" w="0">
            <a:solidFill>
              <a:srgbClr val="17324D"/>
            </a:solidFill>
            <a:prstDash val="solid"/>
          </a:ln>
        </p:spPr>
        <p:txBody xmlns:a="http://schemas.openxmlformats.org/drawingml/2006/main">
          <a:bodyPr/>
          <a:p/>
        </p:txBody>
      </p:sp>
      <p:sp>
        <p:nvSpPr>
          <p:cNvPr id="77" name="Cây chức năng - nối lá 5.2">
            <a:extLst xmlns:a="http://schemas.openxmlformats.org/drawingml/2006/main">
              <a:ext uri="{FF2B5EF4-FFF2-40B4-BE49-F238E27FC236}">
                <a16:creationId xmlns:a16="http://schemas.microsoft.com/office/drawing/2014/main" id="{D4878311-9A13-4B61-BA9D-5CD3FF3EC8A1}"/>
              </a:ext>
            </a:extLst>
          </p:cNvPr>
          <p:cNvSpPr>
            <a:spLocks xmlns:a="http://schemas.openxmlformats.org/drawingml/2006/main" noGrp="1"/>
          </p:cNvSpPr>
          <p:nvPr/>
        </p:nvSpPr>
        <p:spPr>
          <a:xfrm xmlns:a="http://schemas.openxmlformats.org/drawingml/2006/main">
            <a:off x="866775" y="4302443"/>
            <a:ext cx="123825" cy="11430"/>
          </a:xfrm>
          <a:prstGeom xmlns:a="http://schemas.openxmlformats.org/drawingml/2006/main" prst="rect">
            <a:avLst/>
          </a:prstGeom>
          <a:solidFill xmlns:a="http://schemas.openxmlformats.org/drawingml/2006/main">
            <a:srgbClr val="17324D"/>
          </a:solidFill>
          <a:ln xmlns:a="http://schemas.openxmlformats.org/drawingml/2006/main" w="0">
            <a:solidFill>
              <a:srgbClr val="17324D"/>
            </a:solidFill>
            <a:prstDash val="solid"/>
          </a:ln>
        </p:spPr>
        <p:txBody xmlns:a="http://schemas.openxmlformats.org/drawingml/2006/main">
          <a:bodyPr/>
          <a:p/>
        </p:txBody>
      </p:sp>
      <p:sp>
        <p:nvSpPr>
          <p:cNvPr id="78" name="Cây chức năng - mũi tên lá 5.2">
            <a:extLst xmlns:a="http://schemas.openxmlformats.org/drawingml/2006/main">
              <a:ext uri="{FF2B5EF4-FFF2-40B4-BE49-F238E27FC236}">
                <a16:creationId xmlns:a16="http://schemas.microsoft.com/office/drawing/2014/main" id="{B9DC20D4-E972-4E28-BB97-90E762534497}"/>
              </a:ext>
            </a:extLst>
          </p:cNvPr>
          <p:cNvSpPr>
            <a:spLocks xmlns:a="http://schemas.openxmlformats.org/drawingml/2006/main" noGrp="1"/>
          </p:cNvSpPr>
          <p:nvPr/>
        </p:nvSpPr>
        <p:spPr>
          <a:xfrm xmlns:a="http://schemas.openxmlformats.org/drawingml/2006/main" rot="5400000">
            <a:off x="960120" y="4277678"/>
            <a:ext cx="60960" cy="60960"/>
          </a:xfrm>
          <a:prstGeom xmlns:a="http://schemas.openxmlformats.org/drawingml/2006/main" prst="triangle">
            <a:avLst/>
          </a:prstGeom>
          <a:solidFill xmlns:a="http://schemas.openxmlformats.org/drawingml/2006/main">
            <a:srgbClr val="17324D"/>
          </a:solidFill>
          <a:ln xmlns:a="http://schemas.openxmlformats.org/drawingml/2006/main" w="0">
            <a:solidFill>
              <a:srgbClr val="17324D"/>
            </a:solidFill>
            <a:prstDash val="solid"/>
          </a:ln>
        </p:spPr>
        <p:txBody xmlns:a="http://schemas.openxmlformats.org/drawingml/2006/main">
          <a:bodyPr/>
          <a:p/>
        </p:txBody>
      </p:sp>
      <p:sp>
        <p:nvSpPr>
          <p:cNvPr id="79" name="Cây chức năng - nối lá 5.3">
            <a:extLst xmlns:a="http://schemas.openxmlformats.org/drawingml/2006/main">
              <a:ext uri="{FF2B5EF4-FFF2-40B4-BE49-F238E27FC236}">
                <a16:creationId xmlns:a16="http://schemas.microsoft.com/office/drawing/2014/main" id="{ABE0D97E-4711-45E7-9895-3D370625BE12}"/>
              </a:ext>
            </a:extLst>
          </p:cNvPr>
          <p:cNvSpPr>
            <a:spLocks xmlns:a="http://schemas.openxmlformats.org/drawingml/2006/main" noGrp="1"/>
          </p:cNvSpPr>
          <p:nvPr/>
        </p:nvSpPr>
        <p:spPr>
          <a:xfrm xmlns:a="http://schemas.openxmlformats.org/drawingml/2006/main">
            <a:off x="866775" y="4481513"/>
            <a:ext cx="123825" cy="11430"/>
          </a:xfrm>
          <a:prstGeom xmlns:a="http://schemas.openxmlformats.org/drawingml/2006/main" prst="rect">
            <a:avLst/>
          </a:prstGeom>
          <a:solidFill xmlns:a="http://schemas.openxmlformats.org/drawingml/2006/main">
            <a:srgbClr val="17324D"/>
          </a:solidFill>
          <a:ln xmlns:a="http://schemas.openxmlformats.org/drawingml/2006/main" w="0">
            <a:solidFill>
              <a:srgbClr val="17324D"/>
            </a:solidFill>
            <a:prstDash val="solid"/>
          </a:ln>
        </p:spPr>
        <p:txBody xmlns:a="http://schemas.openxmlformats.org/drawingml/2006/main">
          <a:bodyPr/>
          <a:p/>
        </p:txBody>
      </p:sp>
      <p:sp>
        <p:nvSpPr>
          <p:cNvPr id="80" name="Cây chức năng - mũi tên lá 5.3">
            <a:extLst xmlns:a="http://schemas.openxmlformats.org/drawingml/2006/main">
              <a:ext uri="{FF2B5EF4-FFF2-40B4-BE49-F238E27FC236}">
                <a16:creationId xmlns:a16="http://schemas.microsoft.com/office/drawing/2014/main" id="{DE990E1B-A324-4A90-84ED-C18F2C42AA6A}"/>
              </a:ext>
            </a:extLst>
          </p:cNvPr>
          <p:cNvSpPr>
            <a:spLocks xmlns:a="http://schemas.openxmlformats.org/drawingml/2006/main" noGrp="1"/>
          </p:cNvSpPr>
          <p:nvPr/>
        </p:nvSpPr>
        <p:spPr>
          <a:xfrm xmlns:a="http://schemas.openxmlformats.org/drawingml/2006/main" rot="5400000">
            <a:off x="960120" y="4456748"/>
            <a:ext cx="60960" cy="60960"/>
          </a:xfrm>
          <a:prstGeom xmlns:a="http://schemas.openxmlformats.org/drawingml/2006/main" prst="triangle">
            <a:avLst/>
          </a:prstGeom>
          <a:solidFill xmlns:a="http://schemas.openxmlformats.org/drawingml/2006/main">
            <a:srgbClr val="17324D"/>
          </a:solidFill>
          <a:ln xmlns:a="http://schemas.openxmlformats.org/drawingml/2006/main" w="0">
            <a:solidFill>
              <a:srgbClr val="17324D"/>
            </a:solidFill>
            <a:prstDash val="solid"/>
          </a:ln>
        </p:spPr>
        <p:txBody xmlns:a="http://schemas.openxmlformats.org/drawingml/2006/main">
          <a:bodyPr/>
          <a:p/>
        </p:txBody>
      </p:sp>
      <p:sp>
        <p:nvSpPr>
          <p:cNvPr id="81" name="Cây chức năng - nối lá 5.4">
            <a:extLst xmlns:a="http://schemas.openxmlformats.org/drawingml/2006/main">
              <a:ext uri="{FF2B5EF4-FFF2-40B4-BE49-F238E27FC236}">
                <a16:creationId xmlns:a16="http://schemas.microsoft.com/office/drawing/2014/main" id="{C373DD7D-6088-40E9-8687-6D8BC88AC448}"/>
              </a:ext>
            </a:extLst>
          </p:cNvPr>
          <p:cNvSpPr>
            <a:spLocks xmlns:a="http://schemas.openxmlformats.org/drawingml/2006/main" noGrp="1"/>
          </p:cNvSpPr>
          <p:nvPr/>
        </p:nvSpPr>
        <p:spPr>
          <a:xfrm xmlns:a="http://schemas.openxmlformats.org/drawingml/2006/main">
            <a:off x="866775" y="4660583"/>
            <a:ext cx="123825" cy="11430"/>
          </a:xfrm>
          <a:prstGeom xmlns:a="http://schemas.openxmlformats.org/drawingml/2006/main" prst="rect">
            <a:avLst/>
          </a:prstGeom>
          <a:solidFill xmlns:a="http://schemas.openxmlformats.org/drawingml/2006/main">
            <a:srgbClr val="17324D"/>
          </a:solidFill>
          <a:ln xmlns:a="http://schemas.openxmlformats.org/drawingml/2006/main" w="0">
            <a:solidFill>
              <a:srgbClr val="17324D"/>
            </a:solidFill>
            <a:prstDash val="solid"/>
          </a:ln>
        </p:spPr>
        <p:txBody xmlns:a="http://schemas.openxmlformats.org/drawingml/2006/main">
          <a:bodyPr/>
          <a:p/>
        </p:txBody>
      </p:sp>
      <p:sp>
        <p:nvSpPr>
          <p:cNvPr id="82" name="Cây chức năng - mũi tên lá 5.4">
            <a:extLst xmlns:a="http://schemas.openxmlformats.org/drawingml/2006/main">
              <a:ext uri="{FF2B5EF4-FFF2-40B4-BE49-F238E27FC236}">
                <a16:creationId xmlns:a16="http://schemas.microsoft.com/office/drawing/2014/main" id="{C9FE1167-3389-49D3-9C3D-EB865F23E513}"/>
              </a:ext>
            </a:extLst>
          </p:cNvPr>
          <p:cNvSpPr>
            <a:spLocks xmlns:a="http://schemas.openxmlformats.org/drawingml/2006/main" noGrp="1"/>
          </p:cNvSpPr>
          <p:nvPr/>
        </p:nvSpPr>
        <p:spPr>
          <a:xfrm xmlns:a="http://schemas.openxmlformats.org/drawingml/2006/main" rot="5400000">
            <a:off x="960120" y="4635818"/>
            <a:ext cx="60960" cy="60960"/>
          </a:xfrm>
          <a:prstGeom xmlns:a="http://schemas.openxmlformats.org/drawingml/2006/main" prst="triangle">
            <a:avLst/>
          </a:prstGeom>
          <a:solidFill xmlns:a="http://schemas.openxmlformats.org/drawingml/2006/main">
            <a:srgbClr val="17324D"/>
          </a:solidFill>
          <a:ln xmlns:a="http://schemas.openxmlformats.org/drawingml/2006/main" w="0">
            <a:solidFill>
              <a:srgbClr val="17324D"/>
            </a:solidFill>
            <a:prstDash val="solid"/>
          </a:ln>
        </p:spPr>
        <p:txBody xmlns:a="http://schemas.openxmlformats.org/drawingml/2006/main">
          <a:bodyPr/>
          <a:p/>
        </p:txBody>
      </p:sp>
      <p:sp>
        <p:nvSpPr>
          <p:cNvPr id="83" name="Cây chức năng - nối lá 5.5">
            <a:extLst xmlns:a="http://schemas.openxmlformats.org/drawingml/2006/main">
              <a:ext uri="{FF2B5EF4-FFF2-40B4-BE49-F238E27FC236}">
                <a16:creationId xmlns:a16="http://schemas.microsoft.com/office/drawing/2014/main" id="{0D97AECF-707A-4589-BA78-D5C3AE2B2FE4}"/>
              </a:ext>
            </a:extLst>
          </p:cNvPr>
          <p:cNvSpPr>
            <a:spLocks xmlns:a="http://schemas.openxmlformats.org/drawingml/2006/main" noGrp="1"/>
          </p:cNvSpPr>
          <p:nvPr/>
        </p:nvSpPr>
        <p:spPr>
          <a:xfrm xmlns:a="http://schemas.openxmlformats.org/drawingml/2006/main">
            <a:off x="866775" y="4839653"/>
            <a:ext cx="123825" cy="11430"/>
          </a:xfrm>
          <a:prstGeom xmlns:a="http://schemas.openxmlformats.org/drawingml/2006/main" prst="rect">
            <a:avLst/>
          </a:prstGeom>
          <a:solidFill xmlns:a="http://schemas.openxmlformats.org/drawingml/2006/main">
            <a:srgbClr val="17324D"/>
          </a:solidFill>
          <a:ln xmlns:a="http://schemas.openxmlformats.org/drawingml/2006/main" w="0">
            <a:solidFill>
              <a:srgbClr val="17324D"/>
            </a:solidFill>
            <a:prstDash val="solid"/>
          </a:ln>
        </p:spPr>
        <p:txBody xmlns:a="http://schemas.openxmlformats.org/drawingml/2006/main">
          <a:bodyPr/>
          <a:p/>
        </p:txBody>
      </p:sp>
      <p:sp>
        <p:nvSpPr>
          <p:cNvPr id="84" name="Cây chức năng - mũi tên lá 5.5">
            <a:extLst xmlns:a="http://schemas.openxmlformats.org/drawingml/2006/main">
              <a:ext uri="{FF2B5EF4-FFF2-40B4-BE49-F238E27FC236}">
                <a16:creationId xmlns:a16="http://schemas.microsoft.com/office/drawing/2014/main" id="{2136F216-52E8-4C10-A658-311A5BA8B70F}"/>
              </a:ext>
            </a:extLst>
          </p:cNvPr>
          <p:cNvSpPr>
            <a:spLocks xmlns:a="http://schemas.openxmlformats.org/drawingml/2006/main" noGrp="1"/>
          </p:cNvSpPr>
          <p:nvPr/>
        </p:nvSpPr>
        <p:spPr>
          <a:xfrm xmlns:a="http://schemas.openxmlformats.org/drawingml/2006/main" rot="5400000">
            <a:off x="960120" y="4814888"/>
            <a:ext cx="60960" cy="60960"/>
          </a:xfrm>
          <a:prstGeom xmlns:a="http://schemas.openxmlformats.org/drawingml/2006/main" prst="triangle">
            <a:avLst/>
          </a:prstGeom>
          <a:solidFill xmlns:a="http://schemas.openxmlformats.org/drawingml/2006/main">
            <a:srgbClr val="17324D"/>
          </a:solidFill>
          <a:ln xmlns:a="http://schemas.openxmlformats.org/drawingml/2006/main" w="0">
            <a:solidFill>
              <a:srgbClr val="17324D"/>
            </a:solidFill>
            <a:prstDash val="solid"/>
          </a:ln>
        </p:spPr>
        <p:txBody xmlns:a="http://schemas.openxmlformats.org/drawingml/2006/main">
          <a:bodyPr/>
          <a:p/>
        </p:txBody>
      </p:sp>
      <p:sp>
        <p:nvSpPr>
          <p:cNvPr id="85" name="Cây chức năng - nối nhóm 6">
            <a:extLst xmlns:a="http://schemas.openxmlformats.org/drawingml/2006/main">
              <a:ext uri="{FF2B5EF4-FFF2-40B4-BE49-F238E27FC236}">
                <a16:creationId xmlns:a16="http://schemas.microsoft.com/office/drawing/2014/main" id="{1487A1D0-3426-4BDA-B40A-D470B7AF5372}"/>
              </a:ext>
            </a:extLst>
          </p:cNvPr>
          <p:cNvSpPr>
            <a:spLocks xmlns:a="http://schemas.openxmlformats.org/drawingml/2006/main" noGrp="1"/>
          </p:cNvSpPr>
          <p:nvPr/>
        </p:nvSpPr>
        <p:spPr>
          <a:xfrm xmlns:a="http://schemas.openxmlformats.org/drawingml/2006/main">
            <a:off x="8505825" y="3870960"/>
            <a:ext cx="238125" cy="11430"/>
          </a:xfrm>
          <a:prstGeom xmlns:a="http://schemas.openxmlformats.org/drawingml/2006/main" prst="rect">
            <a:avLst/>
          </a:prstGeom>
          <a:solidFill xmlns:a="http://schemas.openxmlformats.org/drawingml/2006/main">
            <a:srgbClr val="17324D"/>
          </a:solidFill>
          <a:ln xmlns:a="http://schemas.openxmlformats.org/drawingml/2006/main" w="0">
            <a:solidFill>
              <a:srgbClr val="17324D"/>
            </a:solidFill>
            <a:prstDash val="solid"/>
          </a:ln>
        </p:spPr>
        <p:txBody xmlns:a="http://schemas.openxmlformats.org/drawingml/2006/main">
          <a:bodyPr/>
          <a:p/>
        </p:txBody>
      </p:sp>
      <p:sp>
        <p:nvSpPr>
          <p:cNvPr id="86" name="Cây chức năng - mũi tên nhóm 6">
            <a:extLst xmlns:a="http://schemas.openxmlformats.org/drawingml/2006/main">
              <a:ext uri="{FF2B5EF4-FFF2-40B4-BE49-F238E27FC236}">
                <a16:creationId xmlns:a16="http://schemas.microsoft.com/office/drawing/2014/main" id="{A0D38EAB-E44C-465A-B363-3CAC94452C58}"/>
              </a:ext>
            </a:extLst>
          </p:cNvPr>
          <p:cNvSpPr>
            <a:spLocks xmlns:a="http://schemas.openxmlformats.org/drawingml/2006/main" noGrp="1"/>
          </p:cNvSpPr>
          <p:nvPr/>
        </p:nvSpPr>
        <p:spPr>
          <a:xfrm xmlns:a="http://schemas.openxmlformats.org/drawingml/2006/main" rot="-5400000">
            <a:off x="8475345" y="3846195"/>
            <a:ext cx="60960" cy="60960"/>
          </a:xfrm>
          <a:prstGeom xmlns:a="http://schemas.openxmlformats.org/drawingml/2006/main" prst="triangle">
            <a:avLst/>
          </a:prstGeom>
          <a:solidFill xmlns:a="http://schemas.openxmlformats.org/drawingml/2006/main">
            <a:srgbClr val="17324D"/>
          </a:solidFill>
          <a:ln xmlns:a="http://schemas.openxmlformats.org/drawingml/2006/main" w="0">
            <a:solidFill>
              <a:srgbClr val="17324D"/>
            </a:solidFill>
            <a:prstDash val="solid"/>
          </a:ln>
        </p:spPr>
        <p:txBody xmlns:a="http://schemas.openxmlformats.org/drawingml/2006/main">
          <a:bodyPr/>
          <a:p/>
        </p:txBody>
      </p:sp>
      <p:sp>
        <p:nvSpPr>
          <p:cNvPr id="87" name="Cây chức năng - nhánh dọc 6">
            <a:extLst xmlns:a="http://schemas.openxmlformats.org/drawingml/2006/main">
              <a:ext uri="{FF2B5EF4-FFF2-40B4-BE49-F238E27FC236}">
                <a16:creationId xmlns:a16="http://schemas.microsoft.com/office/drawing/2014/main" id="{1583C92C-4D79-4070-A33A-2EE9E0280B82}"/>
              </a:ext>
            </a:extLst>
          </p:cNvPr>
          <p:cNvSpPr>
            <a:spLocks xmlns:a="http://schemas.openxmlformats.org/drawingml/2006/main" noGrp="1"/>
          </p:cNvSpPr>
          <p:nvPr/>
        </p:nvSpPr>
        <p:spPr>
          <a:xfrm xmlns:a="http://schemas.openxmlformats.org/drawingml/2006/main">
            <a:off x="5181600" y="3990975"/>
            <a:ext cx="11430" cy="854392"/>
          </a:xfrm>
          <a:prstGeom xmlns:a="http://schemas.openxmlformats.org/drawingml/2006/main" prst="rect">
            <a:avLst/>
          </a:prstGeom>
          <a:solidFill xmlns:a="http://schemas.openxmlformats.org/drawingml/2006/main">
            <a:srgbClr val="17324D"/>
          </a:solidFill>
          <a:ln xmlns:a="http://schemas.openxmlformats.org/drawingml/2006/main" w="0">
            <a:solidFill>
              <a:srgbClr val="17324D"/>
            </a:solidFill>
            <a:prstDash val="solid"/>
          </a:ln>
        </p:spPr>
        <p:txBody xmlns:a="http://schemas.openxmlformats.org/drawingml/2006/main">
          <a:bodyPr/>
          <a:p/>
        </p:txBody>
      </p:sp>
      <p:sp>
        <p:nvSpPr>
          <p:cNvPr id="88" name="Cây chức năng - nối lá 6.1">
            <a:extLst xmlns:a="http://schemas.openxmlformats.org/drawingml/2006/main">
              <a:ext uri="{FF2B5EF4-FFF2-40B4-BE49-F238E27FC236}">
                <a16:creationId xmlns:a16="http://schemas.microsoft.com/office/drawing/2014/main" id="{8F769FBE-78BD-4D82-987F-EC678A628F22}"/>
              </a:ext>
            </a:extLst>
          </p:cNvPr>
          <p:cNvSpPr>
            <a:spLocks xmlns:a="http://schemas.openxmlformats.org/drawingml/2006/main" noGrp="1"/>
          </p:cNvSpPr>
          <p:nvPr/>
        </p:nvSpPr>
        <p:spPr>
          <a:xfrm xmlns:a="http://schemas.openxmlformats.org/drawingml/2006/main">
            <a:off x="5181600" y="4123373"/>
            <a:ext cx="123825" cy="11430"/>
          </a:xfrm>
          <a:prstGeom xmlns:a="http://schemas.openxmlformats.org/drawingml/2006/main" prst="rect">
            <a:avLst/>
          </a:prstGeom>
          <a:solidFill xmlns:a="http://schemas.openxmlformats.org/drawingml/2006/main">
            <a:srgbClr val="17324D"/>
          </a:solidFill>
          <a:ln xmlns:a="http://schemas.openxmlformats.org/drawingml/2006/main" w="0">
            <a:solidFill>
              <a:srgbClr val="17324D"/>
            </a:solidFill>
            <a:prstDash val="solid"/>
          </a:ln>
        </p:spPr>
        <p:txBody xmlns:a="http://schemas.openxmlformats.org/drawingml/2006/main">
          <a:bodyPr/>
          <a:p/>
        </p:txBody>
      </p:sp>
      <p:sp>
        <p:nvSpPr>
          <p:cNvPr id="89" name="Cây chức năng - mũi tên lá 6.1">
            <a:extLst xmlns:a="http://schemas.openxmlformats.org/drawingml/2006/main">
              <a:ext uri="{FF2B5EF4-FFF2-40B4-BE49-F238E27FC236}">
                <a16:creationId xmlns:a16="http://schemas.microsoft.com/office/drawing/2014/main" id="{6E0CF6EA-61F4-4619-9A76-B14D38A3274A}"/>
              </a:ext>
            </a:extLst>
          </p:cNvPr>
          <p:cNvSpPr>
            <a:spLocks xmlns:a="http://schemas.openxmlformats.org/drawingml/2006/main" noGrp="1"/>
          </p:cNvSpPr>
          <p:nvPr/>
        </p:nvSpPr>
        <p:spPr>
          <a:xfrm xmlns:a="http://schemas.openxmlformats.org/drawingml/2006/main" rot="5400000">
            <a:off x="5274945" y="4098608"/>
            <a:ext cx="60960" cy="60960"/>
          </a:xfrm>
          <a:prstGeom xmlns:a="http://schemas.openxmlformats.org/drawingml/2006/main" prst="triangle">
            <a:avLst/>
          </a:prstGeom>
          <a:solidFill xmlns:a="http://schemas.openxmlformats.org/drawingml/2006/main">
            <a:srgbClr val="17324D"/>
          </a:solidFill>
          <a:ln xmlns:a="http://schemas.openxmlformats.org/drawingml/2006/main" w="0">
            <a:solidFill>
              <a:srgbClr val="17324D"/>
            </a:solidFill>
            <a:prstDash val="solid"/>
          </a:ln>
        </p:spPr>
        <p:txBody xmlns:a="http://schemas.openxmlformats.org/drawingml/2006/main">
          <a:bodyPr/>
          <a:p/>
        </p:txBody>
      </p:sp>
      <p:sp>
        <p:nvSpPr>
          <p:cNvPr id="90" name="Cây chức năng - nối lá 6.2">
            <a:extLst xmlns:a="http://schemas.openxmlformats.org/drawingml/2006/main">
              <a:ext uri="{FF2B5EF4-FFF2-40B4-BE49-F238E27FC236}">
                <a16:creationId xmlns:a16="http://schemas.microsoft.com/office/drawing/2014/main" id="{0C81026F-4811-4869-96CC-DCC9CFC264C1}"/>
              </a:ext>
            </a:extLst>
          </p:cNvPr>
          <p:cNvSpPr>
            <a:spLocks xmlns:a="http://schemas.openxmlformats.org/drawingml/2006/main" noGrp="1"/>
          </p:cNvSpPr>
          <p:nvPr/>
        </p:nvSpPr>
        <p:spPr>
          <a:xfrm xmlns:a="http://schemas.openxmlformats.org/drawingml/2006/main">
            <a:off x="5181600" y="4302443"/>
            <a:ext cx="123825" cy="11430"/>
          </a:xfrm>
          <a:prstGeom xmlns:a="http://schemas.openxmlformats.org/drawingml/2006/main" prst="rect">
            <a:avLst/>
          </a:prstGeom>
          <a:solidFill xmlns:a="http://schemas.openxmlformats.org/drawingml/2006/main">
            <a:srgbClr val="17324D"/>
          </a:solidFill>
          <a:ln xmlns:a="http://schemas.openxmlformats.org/drawingml/2006/main" w="0">
            <a:solidFill>
              <a:srgbClr val="17324D"/>
            </a:solidFill>
            <a:prstDash val="solid"/>
          </a:ln>
        </p:spPr>
        <p:txBody xmlns:a="http://schemas.openxmlformats.org/drawingml/2006/main">
          <a:bodyPr/>
          <a:p/>
        </p:txBody>
      </p:sp>
      <p:sp>
        <p:nvSpPr>
          <p:cNvPr id="91" name="Cây chức năng - mũi tên lá 6.2">
            <a:extLst xmlns:a="http://schemas.openxmlformats.org/drawingml/2006/main">
              <a:ext uri="{FF2B5EF4-FFF2-40B4-BE49-F238E27FC236}">
                <a16:creationId xmlns:a16="http://schemas.microsoft.com/office/drawing/2014/main" id="{A814B27B-52AA-4A1D-A840-E6CD3F09DDE0}"/>
              </a:ext>
            </a:extLst>
          </p:cNvPr>
          <p:cNvSpPr>
            <a:spLocks xmlns:a="http://schemas.openxmlformats.org/drawingml/2006/main" noGrp="1"/>
          </p:cNvSpPr>
          <p:nvPr/>
        </p:nvSpPr>
        <p:spPr>
          <a:xfrm xmlns:a="http://schemas.openxmlformats.org/drawingml/2006/main" rot="5400000">
            <a:off x="5274945" y="4277678"/>
            <a:ext cx="60960" cy="60960"/>
          </a:xfrm>
          <a:prstGeom xmlns:a="http://schemas.openxmlformats.org/drawingml/2006/main" prst="triangle">
            <a:avLst/>
          </a:prstGeom>
          <a:solidFill xmlns:a="http://schemas.openxmlformats.org/drawingml/2006/main">
            <a:srgbClr val="17324D"/>
          </a:solidFill>
          <a:ln xmlns:a="http://schemas.openxmlformats.org/drawingml/2006/main" w="0">
            <a:solidFill>
              <a:srgbClr val="17324D"/>
            </a:solidFill>
            <a:prstDash val="solid"/>
          </a:ln>
        </p:spPr>
        <p:txBody xmlns:a="http://schemas.openxmlformats.org/drawingml/2006/main">
          <a:bodyPr/>
          <a:p/>
        </p:txBody>
      </p:sp>
      <p:sp>
        <p:nvSpPr>
          <p:cNvPr id="92" name="Cây chức năng - nối lá 6.3">
            <a:extLst xmlns:a="http://schemas.openxmlformats.org/drawingml/2006/main">
              <a:ext uri="{FF2B5EF4-FFF2-40B4-BE49-F238E27FC236}">
                <a16:creationId xmlns:a16="http://schemas.microsoft.com/office/drawing/2014/main" id="{1FD5F33C-FE1F-4E43-866E-432A45ECF121}"/>
              </a:ext>
            </a:extLst>
          </p:cNvPr>
          <p:cNvSpPr>
            <a:spLocks xmlns:a="http://schemas.openxmlformats.org/drawingml/2006/main" noGrp="1"/>
          </p:cNvSpPr>
          <p:nvPr/>
        </p:nvSpPr>
        <p:spPr>
          <a:xfrm xmlns:a="http://schemas.openxmlformats.org/drawingml/2006/main">
            <a:off x="5181600" y="4481513"/>
            <a:ext cx="123825" cy="11430"/>
          </a:xfrm>
          <a:prstGeom xmlns:a="http://schemas.openxmlformats.org/drawingml/2006/main" prst="rect">
            <a:avLst/>
          </a:prstGeom>
          <a:solidFill xmlns:a="http://schemas.openxmlformats.org/drawingml/2006/main">
            <a:srgbClr val="17324D"/>
          </a:solidFill>
          <a:ln xmlns:a="http://schemas.openxmlformats.org/drawingml/2006/main" w="0">
            <a:solidFill>
              <a:srgbClr val="17324D"/>
            </a:solidFill>
            <a:prstDash val="solid"/>
          </a:ln>
        </p:spPr>
        <p:txBody xmlns:a="http://schemas.openxmlformats.org/drawingml/2006/main">
          <a:bodyPr/>
          <a:p/>
        </p:txBody>
      </p:sp>
      <p:sp>
        <p:nvSpPr>
          <p:cNvPr id="93" name="Cây chức năng - mũi tên lá 6.3">
            <a:extLst xmlns:a="http://schemas.openxmlformats.org/drawingml/2006/main">
              <a:ext uri="{FF2B5EF4-FFF2-40B4-BE49-F238E27FC236}">
                <a16:creationId xmlns:a16="http://schemas.microsoft.com/office/drawing/2014/main" id="{2FF6FF9C-DD5E-4565-BC60-722C16398770}"/>
              </a:ext>
            </a:extLst>
          </p:cNvPr>
          <p:cNvSpPr>
            <a:spLocks xmlns:a="http://schemas.openxmlformats.org/drawingml/2006/main" noGrp="1"/>
          </p:cNvSpPr>
          <p:nvPr/>
        </p:nvSpPr>
        <p:spPr>
          <a:xfrm xmlns:a="http://schemas.openxmlformats.org/drawingml/2006/main" rot="5400000">
            <a:off x="5274945" y="4456748"/>
            <a:ext cx="60960" cy="60960"/>
          </a:xfrm>
          <a:prstGeom xmlns:a="http://schemas.openxmlformats.org/drawingml/2006/main" prst="triangle">
            <a:avLst/>
          </a:prstGeom>
          <a:solidFill xmlns:a="http://schemas.openxmlformats.org/drawingml/2006/main">
            <a:srgbClr val="17324D"/>
          </a:solidFill>
          <a:ln xmlns:a="http://schemas.openxmlformats.org/drawingml/2006/main" w="0">
            <a:solidFill>
              <a:srgbClr val="17324D"/>
            </a:solidFill>
            <a:prstDash val="solid"/>
          </a:ln>
        </p:spPr>
        <p:txBody xmlns:a="http://schemas.openxmlformats.org/drawingml/2006/main">
          <a:bodyPr/>
          <a:p/>
        </p:txBody>
      </p:sp>
      <p:sp>
        <p:nvSpPr>
          <p:cNvPr id="94" name="Cây chức năng - nối lá 6.4">
            <a:extLst xmlns:a="http://schemas.openxmlformats.org/drawingml/2006/main">
              <a:ext uri="{FF2B5EF4-FFF2-40B4-BE49-F238E27FC236}">
                <a16:creationId xmlns:a16="http://schemas.microsoft.com/office/drawing/2014/main" id="{D1849C3D-1092-49C3-B73F-D46A0FC7C632}"/>
              </a:ext>
            </a:extLst>
          </p:cNvPr>
          <p:cNvSpPr>
            <a:spLocks xmlns:a="http://schemas.openxmlformats.org/drawingml/2006/main" noGrp="1"/>
          </p:cNvSpPr>
          <p:nvPr/>
        </p:nvSpPr>
        <p:spPr>
          <a:xfrm xmlns:a="http://schemas.openxmlformats.org/drawingml/2006/main">
            <a:off x="5181600" y="4660583"/>
            <a:ext cx="123825" cy="11430"/>
          </a:xfrm>
          <a:prstGeom xmlns:a="http://schemas.openxmlformats.org/drawingml/2006/main" prst="rect">
            <a:avLst/>
          </a:prstGeom>
          <a:solidFill xmlns:a="http://schemas.openxmlformats.org/drawingml/2006/main">
            <a:srgbClr val="17324D"/>
          </a:solidFill>
          <a:ln xmlns:a="http://schemas.openxmlformats.org/drawingml/2006/main" w="0">
            <a:solidFill>
              <a:srgbClr val="17324D"/>
            </a:solidFill>
            <a:prstDash val="solid"/>
          </a:ln>
        </p:spPr>
        <p:txBody xmlns:a="http://schemas.openxmlformats.org/drawingml/2006/main">
          <a:bodyPr/>
          <a:p/>
        </p:txBody>
      </p:sp>
      <p:sp>
        <p:nvSpPr>
          <p:cNvPr id="95" name="Cây chức năng - mũi tên lá 6.4">
            <a:extLst xmlns:a="http://schemas.openxmlformats.org/drawingml/2006/main">
              <a:ext uri="{FF2B5EF4-FFF2-40B4-BE49-F238E27FC236}">
                <a16:creationId xmlns:a16="http://schemas.microsoft.com/office/drawing/2014/main" id="{EAEDF31F-93F9-4302-81BD-4BE82CCB85B5}"/>
              </a:ext>
            </a:extLst>
          </p:cNvPr>
          <p:cNvSpPr>
            <a:spLocks xmlns:a="http://schemas.openxmlformats.org/drawingml/2006/main" noGrp="1"/>
          </p:cNvSpPr>
          <p:nvPr/>
        </p:nvSpPr>
        <p:spPr>
          <a:xfrm xmlns:a="http://schemas.openxmlformats.org/drawingml/2006/main" rot="5400000">
            <a:off x="5274945" y="4635818"/>
            <a:ext cx="60960" cy="60960"/>
          </a:xfrm>
          <a:prstGeom xmlns:a="http://schemas.openxmlformats.org/drawingml/2006/main" prst="triangle">
            <a:avLst/>
          </a:prstGeom>
          <a:solidFill xmlns:a="http://schemas.openxmlformats.org/drawingml/2006/main">
            <a:srgbClr val="17324D"/>
          </a:solidFill>
          <a:ln xmlns:a="http://schemas.openxmlformats.org/drawingml/2006/main" w="0">
            <a:solidFill>
              <a:srgbClr val="17324D"/>
            </a:solidFill>
            <a:prstDash val="solid"/>
          </a:ln>
        </p:spPr>
        <p:txBody xmlns:a="http://schemas.openxmlformats.org/drawingml/2006/main">
          <a:bodyPr/>
          <a:p/>
        </p:txBody>
      </p:sp>
      <p:sp>
        <p:nvSpPr>
          <p:cNvPr id="96" name="Cây chức năng - nối lá 6.5">
            <a:extLst xmlns:a="http://schemas.openxmlformats.org/drawingml/2006/main">
              <a:ext uri="{FF2B5EF4-FFF2-40B4-BE49-F238E27FC236}">
                <a16:creationId xmlns:a16="http://schemas.microsoft.com/office/drawing/2014/main" id="{43E03DE9-7F1A-427C-ADD4-013F647D16F9}"/>
              </a:ext>
            </a:extLst>
          </p:cNvPr>
          <p:cNvSpPr>
            <a:spLocks xmlns:a="http://schemas.openxmlformats.org/drawingml/2006/main" noGrp="1"/>
          </p:cNvSpPr>
          <p:nvPr/>
        </p:nvSpPr>
        <p:spPr>
          <a:xfrm xmlns:a="http://schemas.openxmlformats.org/drawingml/2006/main">
            <a:off x="5181600" y="4839653"/>
            <a:ext cx="123825" cy="11430"/>
          </a:xfrm>
          <a:prstGeom xmlns:a="http://schemas.openxmlformats.org/drawingml/2006/main" prst="rect">
            <a:avLst/>
          </a:prstGeom>
          <a:solidFill xmlns:a="http://schemas.openxmlformats.org/drawingml/2006/main">
            <a:srgbClr val="17324D"/>
          </a:solidFill>
          <a:ln xmlns:a="http://schemas.openxmlformats.org/drawingml/2006/main" w="0">
            <a:solidFill>
              <a:srgbClr val="17324D"/>
            </a:solidFill>
            <a:prstDash val="solid"/>
          </a:ln>
        </p:spPr>
        <p:txBody xmlns:a="http://schemas.openxmlformats.org/drawingml/2006/main">
          <a:bodyPr/>
          <a:p/>
        </p:txBody>
      </p:sp>
      <p:sp>
        <p:nvSpPr>
          <p:cNvPr id="97" name="Cây chức năng - mũi tên lá 6.5">
            <a:extLst xmlns:a="http://schemas.openxmlformats.org/drawingml/2006/main">
              <a:ext uri="{FF2B5EF4-FFF2-40B4-BE49-F238E27FC236}">
                <a16:creationId xmlns:a16="http://schemas.microsoft.com/office/drawing/2014/main" id="{9BA2B39A-4097-45BF-8309-29EE4927D74B}"/>
              </a:ext>
            </a:extLst>
          </p:cNvPr>
          <p:cNvSpPr>
            <a:spLocks xmlns:a="http://schemas.openxmlformats.org/drawingml/2006/main" noGrp="1"/>
          </p:cNvSpPr>
          <p:nvPr/>
        </p:nvSpPr>
        <p:spPr>
          <a:xfrm xmlns:a="http://schemas.openxmlformats.org/drawingml/2006/main" rot="5400000">
            <a:off x="5274945" y="4814888"/>
            <a:ext cx="60960" cy="60960"/>
          </a:xfrm>
          <a:prstGeom xmlns:a="http://schemas.openxmlformats.org/drawingml/2006/main" prst="triangle">
            <a:avLst/>
          </a:prstGeom>
          <a:solidFill xmlns:a="http://schemas.openxmlformats.org/drawingml/2006/main">
            <a:srgbClr val="17324D"/>
          </a:solidFill>
          <a:ln xmlns:a="http://schemas.openxmlformats.org/drawingml/2006/main" w="0">
            <a:solidFill>
              <a:srgbClr val="17324D"/>
            </a:solidFill>
            <a:prstDash val="solid"/>
          </a:ln>
        </p:spPr>
        <p:txBody xmlns:a="http://schemas.openxmlformats.org/drawingml/2006/main">
          <a:bodyPr/>
          <a:p/>
        </p:txBody>
      </p:sp>
      <p:sp>
        <p:nvSpPr>
          <p:cNvPr id="98" name="Cây chức năng - GTAS VPP">
            <a:extLst xmlns:a="http://schemas.openxmlformats.org/drawingml/2006/main">
              <a:ext uri="{FF2B5EF4-FFF2-40B4-BE49-F238E27FC236}">
                <a16:creationId xmlns:a16="http://schemas.microsoft.com/office/drawing/2014/main" id="{7E158515-19EF-4F24-8886-C3ADAD94253C}"/>
              </a:ext>
            </a:extLst>
          </p:cNvPr>
          <p:cNvSpPr>
            <a:spLocks xmlns:a="http://schemas.openxmlformats.org/drawingml/2006/main" noGrp="1"/>
          </p:cNvSpPr>
          <p:nvPr/>
        </p:nvSpPr>
        <p:spPr>
          <a:xfrm xmlns:a="http://schemas.openxmlformats.org/drawingml/2006/main">
            <a:off x="3924300" y="1028700"/>
            <a:ext cx="1295400" cy="257175"/>
          </a:xfrm>
          <a:prstGeom xmlns:a="http://schemas.openxmlformats.org/drawingml/2006/main" prst="roundRect">
            <a:avLst>
              <a:gd name="adj" fmla="val 7407"/>
            </a:avLst>
          </a:prstGeom>
          <a:solidFill xmlns:a="http://schemas.openxmlformats.org/drawingml/2006/main">
            <a:srgbClr val="0B2235"/>
          </a:solidFill>
          <a:ln xmlns:a="http://schemas.openxmlformats.org/drawingml/2006/main" w="10478">
            <a:solidFill>
              <a:srgbClr val="17324D"/>
            </a:solidFill>
            <a:prstDash val="solid"/>
          </a:ln>
        </p:spPr>
        <p:txBody>
          <a:bodyPr xmlns:a="http://schemas.openxmlformats.org/drawingml/2006/main" lIns="28575" tIns="0" rIns="28575" bIns="0" anchor="ctr">
            <a:normAutofit fontScale="100000"/>
          </a:bodyPr>
          <a:lstStyle xmlns:a="http://schemas.openxmlformats.org/drawingml/2006/main"/>
          <a:p xmlns:a="http://schemas.openxmlformats.org/drawingml/2006/main">
            <a:pPr algn="ctr">
              <a:buNone/>
              <a:defRPr sz="1163" b="1">
                <a:solidFill>
                  <a:srgbClr val="FFFFFF"/>
                </a:solidFill>
                <a:latin typeface="Inter"/>
                <a:ea typeface="Inter"/>
                <a:cs typeface="Inter"/>
              </a:defRPr>
            </a:pPr>
            <a:r>
              <a:rPr sz="1163" b="1">
                <a:solidFill>
                  <a:srgbClr val="FFFFFF"/>
                </a:solidFill>
                <a:latin typeface="Inter"/>
                <a:ea typeface="Inter"/>
                <a:cs typeface="Inter"/>
              </a:rPr>
              <a:t>GTAS VPP</a:t>
            </a:r>
          </a:p>
        </p:txBody>
      </p:sp>
      <p:sp>
        <p:nvSpPr>
          <p:cNvPr id="99" name="Cây chức năng - nhóm 1">
            <a:extLst xmlns:a="http://schemas.openxmlformats.org/drawingml/2006/main">
              <a:ext uri="{FF2B5EF4-FFF2-40B4-BE49-F238E27FC236}">
                <a16:creationId xmlns:a16="http://schemas.microsoft.com/office/drawing/2014/main" id="{B97D1767-659D-4A1E-AD5B-E7D248AA7F62}"/>
              </a:ext>
            </a:extLst>
          </p:cNvPr>
          <p:cNvSpPr>
            <a:spLocks xmlns:a="http://schemas.openxmlformats.org/drawingml/2006/main" noGrp="1"/>
          </p:cNvSpPr>
          <p:nvPr/>
        </p:nvSpPr>
        <p:spPr>
          <a:xfrm xmlns:a="http://schemas.openxmlformats.org/drawingml/2006/main">
            <a:off x="638175" y="1419225"/>
            <a:ext cx="3552825" cy="228600"/>
          </a:xfrm>
          <a:prstGeom xmlns:a="http://schemas.openxmlformats.org/drawingml/2006/main" prst="roundRect">
            <a:avLst>
              <a:gd name="adj" fmla="val 8333"/>
            </a:avLst>
          </a:prstGeom>
          <a:solidFill xmlns:a="http://schemas.openxmlformats.org/drawingml/2006/main">
            <a:srgbClr val="DDF2EA"/>
          </a:solidFill>
          <a:ln xmlns:a="http://schemas.openxmlformats.org/drawingml/2006/main" w="10478">
            <a:solidFill>
              <a:srgbClr val="17324D"/>
            </a:solidFill>
            <a:prstDash val="solid"/>
          </a:ln>
        </p:spPr>
        <p:txBody>
          <a:bodyPr xmlns:a="http://schemas.openxmlformats.org/drawingml/2006/main" lIns="28575" tIns="0" rIns="28575" bIns="0" anchor="ctr">
            <a:normAutofit fontScale="100000"/>
          </a:bodyPr>
          <a:lstStyle xmlns:a="http://schemas.openxmlformats.org/drawingml/2006/main"/>
          <a:p xmlns:a="http://schemas.openxmlformats.org/drawingml/2006/main">
            <a:pPr algn="ctr">
              <a:buNone/>
              <a:defRPr sz="1080" b="1">
                <a:solidFill>
                  <a:srgbClr val="17324D"/>
                </a:solidFill>
                <a:latin typeface="Inter"/>
                <a:ea typeface="Inter"/>
                <a:cs typeface="Inter"/>
              </a:defRPr>
            </a:pPr>
            <a:r>
              <a:rPr sz="1080" b="1">
                <a:solidFill>
                  <a:srgbClr val="17324D"/>
                </a:solidFill>
                <a:latin typeface="Inter"/>
                <a:ea typeface="Inter"/>
                <a:cs typeface="Inter"/>
              </a:rPr>
              <a:t>Xác thực và quản trị</a:t>
            </a:r>
          </a:p>
        </p:txBody>
      </p:sp>
      <p:sp>
        <p:nvSpPr>
          <p:cNvPr id="100" name="Cây chức năng - lá 1.1">
            <a:extLst xmlns:a="http://schemas.openxmlformats.org/drawingml/2006/main">
              <a:ext uri="{FF2B5EF4-FFF2-40B4-BE49-F238E27FC236}">
                <a16:creationId xmlns:a16="http://schemas.microsoft.com/office/drawing/2014/main" id="{CE7855C9-7DD8-4D8B-8596-E2110634EE80}"/>
              </a:ext>
            </a:extLst>
          </p:cNvPr>
          <p:cNvSpPr>
            <a:spLocks xmlns:a="http://schemas.openxmlformats.org/drawingml/2006/main" noGrp="1"/>
          </p:cNvSpPr>
          <p:nvPr/>
        </p:nvSpPr>
        <p:spPr>
          <a:xfrm xmlns:a="http://schemas.openxmlformats.org/drawingml/2006/main">
            <a:off x="990600" y="1704975"/>
            <a:ext cx="3086100" cy="161925"/>
          </a:xfrm>
          <a:prstGeom xmlns:a="http://schemas.openxmlformats.org/drawingml/2006/main" prst="roundRect">
            <a:avLst>
              <a:gd name="adj" fmla="val 11765"/>
            </a:avLst>
          </a:prstGeom>
          <a:solidFill xmlns:a="http://schemas.openxmlformats.org/drawingml/2006/main">
            <a:srgbClr val="FFFFFF"/>
          </a:solidFill>
          <a:ln xmlns:a="http://schemas.openxmlformats.org/drawingml/2006/main" w="10478">
            <a:solidFill>
              <a:srgbClr val="17324D"/>
            </a:solidFill>
            <a:prstDash val="solid"/>
          </a:ln>
        </p:spPr>
        <p:txBody>
          <a:bodyPr xmlns:a="http://schemas.openxmlformats.org/drawingml/2006/main" lIns="28575" tIns="0" rIns="28575" bIns="0" anchor="ctr">
            <a:normAutofit fontScale="100000"/>
          </a:bodyPr>
          <a:lstStyle xmlns:a="http://schemas.openxmlformats.org/drawingml/2006/main"/>
          <a:p xmlns:a="http://schemas.openxmlformats.org/drawingml/2006/main">
            <a:pPr algn="ctr">
              <a:buNone/>
              <a:defRPr sz="930" b="0">
                <a:solidFill>
                  <a:srgbClr val="17324D"/>
                </a:solidFill>
                <a:latin typeface="Inter"/>
                <a:ea typeface="Inter"/>
                <a:cs typeface="Inter"/>
              </a:defRPr>
            </a:pPr>
            <a:r>
              <a:rPr sz="930" b="0">
                <a:solidFill>
                  <a:srgbClr val="17324D"/>
                </a:solidFill>
                <a:latin typeface="Inter"/>
                <a:ea typeface="Inter"/>
                <a:cs typeface="Inter"/>
              </a:rPr>
              <a:t>Đăng nhập</a:t>
            </a:r>
          </a:p>
        </p:txBody>
      </p:sp>
      <p:sp>
        <p:nvSpPr>
          <p:cNvPr id="101" name="Cây chức năng - lá 1.2">
            <a:extLst xmlns:a="http://schemas.openxmlformats.org/drawingml/2006/main">
              <a:ext uri="{FF2B5EF4-FFF2-40B4-BE49-F238E27FC236}">
                <a16:creationId xmlns:a16="http://schemas.microsoft.com/office/drawing/2014/main" id="{3A50EA7D-3876-4D65-A1DE-4FAF9D551047}"/>
              </a:ext>
            </a:extLst>
          </p:cNvPr>
          <p:cNvSpPr>
            <a:spLocks xmlns:a="http://schemas.openxmlformats.org/drawingml/2006/main" noGrp="1"/>
          </p:cNvSpPr>
          <p:nvPr/>
        </p:nvSpPr>
        <p:spPr>
          <a:xfrm xmlns:a="http://schemas.openxmlformats.org/drawingml/2006/main">
            <a:off x="990600" y="1884045"/>
            <a:ext cx="3086100" cy="161925"/>
          </a:xfrm>
          <a:prstGeom xmlns:a="http://schemas.openxmlformats.org/drawingml/2006/main" prst="roundRect">
            <a:avLst>
              <a:gd name="adj" fmla="val 11765"/>
            </a:avLst>
          </a:prstGeom>
          <a:solidFill xmlns:a="http://schemas.openxmlformats.org/drawingml/2006/main">
            <a:srgbClr val="FFFFFF"/>
          </a:solidFill>
          <a:ln xmlns:a="http://schemas.openxmlformats.org/drawingml/2006/main" w="10478">
            <a:solidFill>
              <a:srgbClr val="17324D"/>
            </a:solidFill>
            <a:prstDash val="solid"/>
          </a:ln>
        </p:spPr>
        <p:txBody>
          <a:bodyPr xmlns:a="http://schemas.openxmlformats.org/drawingml/2006/main" lIns="28575" tIns="0" rIns="28575" bIns="0" anchor="ctr">
            <a:normAutofit fontScale="100000"/>
          </a:bodyPr>
          <a:lstStyle xmlns:a="http://schemas.openxmlformats.org/drawingml/2006/main"/>
          <a:p xmlns:a="http://schemas.openxmlformats.org/drawingml/2006/main">
            <a:pPr algn="ctr">
              <a:buNone/>
              <a:defRPr sz="930" b="0">
                <a:solidFill>
                  <a:srgbClr val="17324D"/>
                </a:solidFill>
                <a:latin typeface="Inter"/>
                <a:ea typeface="Inter"/>
                <a:cs typeface="Inter"/>
              </a:defRPr>
            </a:pPr>
            <a:r>
              <a:rPr sz="930" b="0">
                <a:solidFill>
                  <a:srgbClr val="17324D"/>
                </a:solidFill>
                <a:latin typeface="Inter"/>
                <a:ea typeface="Inter"/>
                <a:cs typeface="Inter"/>
              </a:rPr>
              <a:t>Tải quyền truy cập</a:t>
            </a:r>
          </a:p>
        </p:txBody>
      </p:sp>
      <p:sp>
        <p:nvSpPr>
          <p:cNvPr id="102" name="Cây chức năng - lá 1.3">
            <a:extLst xmlns:a="http://schemas.openxmlformats.org/drawingml/2006/main">
              <a:ext uri="{FF2B5EF4-FFF2-40B4-BE49-F238E27FC236}">
                <a16:creationId xmlns:a16="http://schemas.microsoft.com/office/drawing/2014/main" id="{6E73E2C6-C2D0-4A90-BFD4-1E48E81045AB}"/>
              </a:ext>
            </a:extLst>
          </p:cNvPr>
          <p:cNvSpPr>
            <a:spLocks xmlns:a="http://schemas.openxmlformats.org/drawingml/2006/main" noGrp="1"/>
          </p:cNvSpPr>
          <p:nvPr/>
        </p:nvSpPr>
        <p:spPr>
          <a:xfrm xmlns:a="http://schemas.openxmlformats.org/drawingml/2006/main">
            <a:off x="990600" y="2063115"/>
            <a:ext cx="3086100" cy="161925"/>
          </a:xfrm>
          <a:prstGeom xmlns:a="http://schemas.openxmlformats.org/drawingml/2006/main" prst="roundRect">
            <a:avLst>
              <a:gd name="adj" fmla="val 11765"/>
            </a:avLst>
          </a:prstGeom>
          <a:solidFill xmlns:a="http://schemas.openxmlformats.org/drawingml/2006/main">
            <a:srgbClr val="FFFFFF"/>
          </a:solidFill>
          <a:ln xmlns:a="http://schemas.openxmlformats.org/drawingml/2006/main" w="10478">
            <a:solidFill>
              <a:srgbClr val="17324D"/>
            </a:solidFill>
            <a:prstDash val="solid"/>
          </a:ln>
        </p:spPr>
        <p:txBody>
          <a:bodyPr xmlns:a="http://schemas.openxmlformats.org/drawingml/2006/main" lIns="28575" tIns="0" rIns="28575" bIns="0" anchor="ctr">
            <a:normAutofit fontScale="100000"/>
          </a:bodyPr>
          <a:lstStyle xmlns:a="http://schemas.openxmlformats.org/drawingml/2006/main"/>
          <a:p xmlns:a="http://schemas.openxmlformats.org/drawingml/2006/main">
            <a:pPr algn="ctr">
              <a:buNone/>
              <a:defRPr sz="930" b="0">
                <a:solidFill>
                  <a:srgbClr val="17324D"/>
                </a:solidFill>
                <a:latin typeface="Inter"/>
                <a:ea typeface="Inter"/>
                <a:cs typeface="Inter"/>
              </a:defRPr>
            </a:pPr>
            <a:r>
              <a:rPr sz="930" b="0">
                <a:solidFill>
                  <a:srgbClr val="17324D"/>
                </a:solidFill>
                <a:latin typeface="Inter"/>
                <a:ea typeface="Inter"/>
                <a:cs typeface="Inter"/>
              </a:rPr>
              <a:t>Quản lý nhóm quyền</a:t>
            </a:r>
          </a:p>
        </p:txBody>
      </p:sp>
      <p:sp>
        <p:nvSpPr>
          <p:cNvPr id="103" name="Cây chức năng - lá 1.4">
            <a:extLst xmlns:a="http://schemas.openxmlformats.org/drawingml/2006/main">
              <a:ext uri="{FF2B5EF4-FFF2-40B4-BE49-F238E27FC236}">
                <a16:creationId xmlns:a16="http://schemas.microsoft.com/office/drawing/2014/main" id="{90E90BA2-6E0B-42B9-BC98-29E22375625A}"/>
              </a:ext>
            </a:extLst>
          </p:cNvPr>
          <p:cNvSpPr>
            <a:spLocks xmlns:a="http://schemas.openxmlformats.org/drawingml/2006/main" noGrp="1"/>
          </p:cNvSpPr>
          <p:nvPr/>
        </p:nvSpPr>
        <p:spPr>
          <a:xfrm xmlns:a="http://schemas.openxmlformats.org/drawingml/2006/main">
            <a:off x="990600" y="2242185"/>
            <a:ext cx="3086100" cy="161925"/>
          </a:xfrm>
          <a:prstGeom xmlns:a="http://schemas.openxmlformats.org/drawingml/2006/main" prst="roundRect">
            <a:avLst>
              <a:gd name="adj" fmla="val 11765"/>
            </a:avLst>
          </a:prstGeom>
          <a:solidFill xmlns:a="http://schemas.openxmlformats.org/drawingml/2006/main">
            <a:srgbClr val="FFFFFF"/>
          </a:solidFill>
          <a:ln xmlns:a="http://schemas.openxmlformats.org/drawingml/2006/main" w="10478">
            <a:solidFill>
              <a:srgbClr val="17324D"/>
            </a:solidFill>
            <a:prstDash val="solid"/>
          </a:ln>
        </p:spPr>
        <p:txBody>
          <a:bodyPr xmlns:a="http://schemas.openxmlformats.org/drawingml/2006/main" lIns="28575" tIns="0" rIns="28575" bIns="0" anchor="ctr">
            <a:normAutofit fontScale="100000"/>
          </a:bodyPr>
          <a:lstStyle xmlns:a="http://schemas.openxmlformats.org/drawingml/2006/main"/>
          <a:p xmlns:a="http://schemas.openxmlformats.org/drawingml/2006/main">
            <a:pPr algn="ctr">
              <a:buNone/>
              <a:defRPr sz="930" b="0">
                <a:solidFill>
                  <a:srgbClr val="17324D"/>
                </a:solidFill>
                <a:latin typeface="Inter"/>
                <a:ea typeface="Inter"/>
                <a:cs typeface="Inter"/>
              </a:defRPr>
            </a:pPr>
            <a:r>
              <a:rPr sz="930" b="0">
                <a:solidFill>
                  <a:srgbClr val="17324D"/>
                </a:solidFill>
                <a:latin typeface="Inter"/>
                <a:ea typeface="Inter"/>
                <a:cs typeface="Inter"/>
              </a:rPr>
              <a:t>Quản lý người dùng</a:t>
            </a:r>
          </a:p>
        </p:txBody>
      </p:sp>
      <p:sp>
        <p:nvSpPr>
          <p:cNvPr id="104" name="Cây chức năng - lá 1.5">
            <a:extLst xmlns:a="http://schemas.openxmlformats.org/drawingml/2006/main">
              <a:ext uri="{FF2B5EF4-FFF2-40B4-BE49-F238E27FC236}">
                <a16:creationId xmlns:a16="http://schemas.microsoft.com/office/drawing/2014/main" id="{2640B650-E8C1-48D5-9B2F-D51EB2CAFFDB}"/>
              </a:ext>
            </a:extLst>
          </p:cNvPr>
          <p:cNvSpPr>
            <a:spLocks xmlns:a="http://schemas.openxmlformats.org/drawingml/2006/main" noGrp="1"/>
          </p:cNvSpPr>
          <p:nvPr/>
        </p:nvSpPr>
        <p:spPr>
          <a:xfrm xmlns:a="http://schemas.openxmlformats.org/drawingml/2006/main">
            <a:off x="990600" y="2421255"/>
            <a:ext cx="3086100" cy="161925"/>
          </a:xfrm>
          <a:prstGeom xmlns:a="http://schemas.openxmlformats.org/drawingml/2006/main" prst="roundRect">
            <a:avLst>
              <a:gd name="adj" fmla="val 11765"/>
            </a:avLst>
          </a:prstGeom>
          <a:solidFill xmlns:a="http://schemas.openxmlformats.org/drawingml/2006/main">
            <a:srgbClr val="FFFFFF"/>
          </a:solidFill>
          <a:ln xmlns:a="http://schemas.openxmlformats.org/drawingml/2006/main" w="10478">
            <a:solidFill>
              <a:srgbClr val="17324D"/>
            </a:solidFill>
            <a:prstDash val="solid"/>
          </a:ln>
        </p:spPr>
        <p:txBody>
          <a:bodyPr xmlns:a="http://schemas.openxmlformats.org/drawingml/2006/main" lIns="28575" tIns="0" rIns="28575" bIns="0" anchor="ctr">
            <a:normAutofit fontScale="100000"/>
          </a:bodyPr>
          <a:lstStyle xmlns:a="http://schemas.openxmlformats.org/drawingml/2006/main"/>
          <a:p xmlns:a="http://schemas.openxmlformats.org/drawingml/2006/main">
            <a:pPr algn="ctr">
              <a:buNone/>
              <a:defRPr sz="930" b="0">
                <a:solidFill>
                  <a:srgbClr val="17324D"/>
                </a:solidFill>
                <a:latin typeface="Inter"/>
                <a:ea typeface="Inter"/>
                <a:cs typeface="Inter"/>
              </a:defRPr>
            </a:pPr>
            <a:r>
              <a:rPr sz="930" b="0">
                <a:solidFill>
                  <a:srgbClr val="17324D"/>
                </a:solidFill>
                <a:latin typeface="Inter"/>
                <a:ea typeface="Inter"/>
                <a:cs typeface="Inter"/>
              </a:rPr>
              <a:t>Cấu hình mặc định kỳ đặt hàng</a:t>
            </a:r>
          </a:p>
        </p:txBody>
      </p:sp>
      <p:sp>
        <p:nvSpPr>
          <p:cNvPr id="105" name="Cây chức năng - nhóm 2">
            <a:extLst xmlns:a="http://schemas.openxmlformats.org/drawingml/2006/main">
              <a:ext uri="{FF2B5EF4-FFF2-40B4-BE49-F238E27FC236}">
                <a16:creationId xmlns:a16="http://schemas.microsoft.com/office/drawing/2014/main" id="{55296264-5228-437B-AA40-F7EC8F285499}"/>
              </a:ext>
            </a:extLst>
          </p:cNvPr>
          <p:cNvSpPr>
            <a:spLocks xmlns:a="http://schemas.openxmlformats.org/drawingml/2006/main" noGrp="1"/>
          </p:cNvSpPr>
          <p:nvPr/>
        </p:nvSpPr>
        <p:spPr>
          <a:xfrm xmlns:a="http://schemas.openxmlformats.org/drawingml/2006/main">
            <a:off x="4953000" y="1419225"/>
            <a:ext cx="3552825" cy="228600"/>
          </a:xfrm>
          <a:prstGeom xmlns:a="http://schemas.openxmlformats.org/drawingml/2006/main" prst="roundRect">
            <a:avLst>
              <a:gd name="adj" fmla="val 8333"/>
            </a:avLst>
          </a:prstGeom>
          <a:solidFill xmlns:a="http://schemas.openxmlformats.org/drawingml/2006/main">
            <a:srgbClr val="DDF2EA"/>
          </a:solidFill>
          <a:ln xmlns:a="http://schemas.openxmlformats.org/drawingml/2006/main" w="10478">
            <a:solidFill>
              <a:srgbClr val="17324D"/>
            </a:solidFill>
            <a:prstDash val="solid"/>
          </a:ln>
        </p:spPr>
        <p:txBody>
          <a:bodyPr xmlns:a="http://schemas.openxmlformats.org/drawingml/2006/main" lIns="28575" tIns="0" rIns="28575" bIns="0" anchor="ctr">
            <a:normAutofit fontScale="100000"/>
          </a:bodyPr>
          <a:lstStyle xmlns:a="http://schemas.openxmlformats.org/drawingml/2006/main"/>
          <a:p xmlns:a="http://schemas.openxmlformats.org/drawingml/2006/main">
            <a:pPr algn="ctr">
              <a:buNone/>
              <a:defRPr sz="1080" b="1">
                <a:solidFill>
                  <a:srgbClr val="17324D"/>
                </a:solidFill>
                <a:latin typeface="Inter"/>
                <a:ea typeface="Inter"/>
                <a:cs typeface="Inter"/>
              </a:defRPr>
            </a:pPr>
            <a:r>
              <a:rPr sz="1080" b="1">
                <a:solidFill>
                  <a:srgbClr val="17324D"/>
                </a:solidFill>
                <a:latin typeface="Inter"/>
                <a:ea typeface="Inter"/>
                <a:cs typeface="Inter"/>
              </a:rPr>
              <a:t>Xử lý đơn thông thường</a:t>
            </a:r>
          </a:p>
        </p:txBody>
      </p:sp>
      <p:sp>
        <p:nvSpPr>
          <p:cNvPr id="106" name="Cây chức năng - lá 2.1">
            <a:extLst xmlns:a="http://schemas.openxmlformats.org/drawingml/2006/main">
              <a:ext uri="{FF2B5EF4-FFF2-40B4-BE49-F238E27FC236}">
                <a16:creationId xmlns:a16="http://schemas.microsoft.com/office/drawing/2014/main" id="{A839BB47-246A-4A69-B655-4068D6019EE2}"/>
              </a:ext>
            </a:extLst>
          </p:cNvPr>
          <p:cNvSpPr>
            <a:spLocks xmlns:a="http://schemas.openxmlformats.org/drawingml/2006/main" noGrp="1"/>
          </p:cNvSpPr>
          <p:nvPr/>
        </p:nvSpPr>
        <p:spPr>
          <a:xfrm xmlns:a="http://schemas.openxmlformats.org/drawingml/2006/main">
            <a:off x="5305425" y="1704975"/>
            <a:ext cx="3086100" cy="161925"/>
          </a:xfrm>
          <a:prstGeom xmlns:a="http://schemas.openxmlformats.org/drawingml/2006/main" prst="roundRect">
            <a:avLst>
              <a:gd name="adj" fmla="val 11765"/>
            </a:avLst>
          </a:prstGeom>
          <a:solidFill xmlns:a="http://schemas.openxmlformats.org/drawingml/2006/main">
            <a:srgbClr val="FFFFFF"/>
          </a:solidFill>
          <a:ln xmlns:a="http://schemas.openxmlformats.org/drawingml/2006/main" w="10478">
            <a:solidFill>
              <a:srgbClr val="17324D"/>
            </a:solidFill>
            <a:prstDash val="solid"/>
          </a:ln>
        </p:spPr>
        <p:txBody>
          <a:bodyPr xmlns:a="http://schemas.openxmlformats.org/drawingml/2006/main" lIns="28575" tIns="0" rIns="28575" bIns="0" anchor="ctr">
            <a:normAutofit fontScale="100000"/>
          </a:bodyPr>
          <a:lstStyle xmlns:a="http://schemas.openxmlformats.org/drawingml/2006/main"/>
          <a:p xmlns:a="http://schemas.openxmlformats.org/drawingml/2006/main">
            <a:pPr algn="ctr">
              <a:buNone/>
              <a:defRPr sz="930" b="0">
                <a:solidFill>
                  <a:srgbClr val="17324D"/>
                </a:solidFill>
                <a:latin typeface="Inter"/>
                <a:ea typeface="Inter"/>
                <a:cs typeface="Inter"/>
              </a:defRPr>
            </a:pPr>
            <a:r>
              <a:rPr sz="930" b="0">
                <a:solidFill>
                  <a:srgbClr val="17324D"/>
                </a:solidFill>
                <a:latin typeface="Inter"/>
                <a:ea typeface="Inter"/>
                <a:cs typeface="Inter"/>
              </a:rPr>
              <a:t>Xác định kỳ và hạn gửi</a:t>
            </a:r>
          </a:p>
        </p:txBody>
      </p:sp>
      <p:sp>
        <p:nvSpPr>
          <p:cNvPr id="107" name="Cây chức năng - lá 2.2">
            <a:extLst xmlns:a="http://schemas.openxmlformats.org/drawingml/2006/main">
              <a:ext uri="{FF2B5EF4-FFF2-40B4-BE49-F238E27FC236}">
                <a16:creationId xmlns:a16="http://schemas.microsoft.com/office/drawing/2014/main" id="{4AF07FD8-C1D8-41A3-A61B-3C5E33237A5D}"/>
              </a:ext>
            </a:extLst>
          </p:cNvPr>
          <p:cNvSpPr>
            <a:spLocks xmlns:a="http://schemas.openxmlformats.org/drawingml/2006/main" noGrp="1"/>
          </p:cNvSpPr>
          <p:nvPr/>
        </p:nvSpPr>
        <p:spPr>
          <a:xfrm xmlns:a="http://schemas.openxmlformats.org/drawingml/2006/main">
            <a:off x="5305425" y="1884045"/>
            <a:ext cx="3086100" cy="161925"/>
          </a:xfrm>
          <a:prstGeom xmlns:a="http://schemas.openxmlformats.org/drawingml/2006/main" prst="roundRect">
            <a:avLst>
              <a:gd name="adj" fmla="val 11765"/>
            </a:avLst>
          </a:prstGeom>
          <a:solidFill xmlns:a="http://schemas.openxmlformats.org/drawingml/2006/main">
            <a:srgbClr val="FFFFFF"/>
          </a:solidFill>
          <a:ln xmlns:a="http://schemas.openxmlformats.org/drawingml/2006/main" w="10478">
            <a:solidFill>
              <a:srgbClr val="17324D"/>
            </a:solidFill>
            <a:prstDash val="solid"/>
          </a:ln>
        </p:spPr>
        <p:txBody>
          <a:bodyPr xmlns:a="http://schemas.openxmlformats.org/drawingml/2006/main" lIns="28575" tIns="0" rIns="28575" bIns="0" anchor="ctr">
            <a:normAutofit fontScale="100000"/>
          </a:bodyPr>
          <a:lstStyle xmlns:a="http://schemas.openxmlformats.org/drawingml/2006/main"/>
          <a:p xmlns:a="http://schemas.openxmlformats.org/drawingml/2006/main">
            <a:pPr algn="ctr">
              <a:buNone/>
              <a:defRPr sz="930" b="0">
                <a:solidFill>
                  <a:srgbClr val="17324D"/>
                </a:solidFill>
                <a:latin typeface="Inter"/>
                <a:ea typeface="Inter"/>
                <a:cs typeface="Inter"/>
              </a:defRPr>
            </a:pPr>
            <a:r>
              <a:rPr sz="930" b="0">
                <a:solidFill>
                  <a:srgbClr val="17324D"/>
                </a:solidFill>
                <a:latin typeface="Inter"/>
                <a:ea typeface="Inter"/>
                <a:cs typeface="Inter"/>
              </a:rPr>
              <a:t>Tạo hoặc sao chép đơn</a:t>
            </a:r>
          </a:p>
        </p:txBody>
      </p:sp>
      <p:sp>
        <p:nvSpPr>
          <p:cNvPr id="108" name="Cây chức năng - lá 2.3">
            <a:extLst xmlns:a="http://schemas.openxmlformats.org/drawingml/2006/main">
              <a:ext uri="{FF2B5EF4-FFF2-40B4-BE49-F238E27FC236}">
                <a16:creationId xmlns:a16="http://schemas.microsoft.com/office/drawing/2014/main" id="{3E65944C-B26F-4278-BAB1-AA6819669F13}"/>
              </a:ext>
            </a:extLst>
          </p:cNvPr>
          <p:cNvSpPr>
            <a:spLocks xmlns:a="http://schemas.openxmlformats.org/drawingml/2006/main" noGrp="1"/>
          </p:cNvSpPr>
          <p:nvPr/>
        </p:nvSpPr>
        <p:spPr>
          <a:xfrm xmlns:a="http://schemas.openxmlformats.org/drawingml/2006/main">
            <a:off x="5305425" y="2063115"/>
            <a:ext cx="3086100" cy="161925"/>
          </a:xfrm>
          <a:prstGeom xmlns:a="http://schemas.openxmlformats.org/drawingml/2006/main" prst="roundRect">
            <a:avLst>
              <a:gd name="adj" fmla="val 11765"/>
            </a:avLst>
          </a:prstGeom>
          <a:solidFill xmlns:a="http://schemas.openxmlformats.org/drawingml/2006/main">
            <a:srgbClr val="FFFFFF"/>
          </a:solidFill>
          <a:ln xmlns:a="http://schemas.openxmlformats.org/drawingml/2006/main" w="10478">
            <a:solidFill>
              <a:srgbClr val="17324D"/>
            </a:solidFill>
            <a:prstDash val="solid"/>
          </a:ln>
        </p:spPr>
        <p:txBody>
          <a:bodyPr xmlns:a="http://schemas.openxmlformats.org/drawingml/2006/main" lIns="28575" tIns="0" rIns="28575" bIns="0" anchor="ctr">
            <a:normAutofit fontScale="100000"/>
          </a:bodyPr>
          <a:lstStyle xmlns:a="http://schemas.openxmlformats.org/drawingml/2006/main"/>
          <a:p xmlns:a="http://schemas.openxmlformats.org/drawingml/2006/main">
            <a:pPr algn="ctr">
              <a:buNone/>
              <a:defRPr sz="930" b="0">
                <a:solidFill>
                  <a:srgbClr val="17324D"/>
                </a:solidFill>
                <a:latin typeface="Inter"/>
                <a:ea typeface="Inter"/>
                <a:cs typeface="Inter"/>
              </a:defRPr>
            </a:pPr>
            <a:r>
              <a:rPr sz="930" b="0">
                <a:solidFill>
                  <a:srgbClr val="17324D"/>
                </a:solidFill>
                <a:latin typeface="Inter"/>
                <a:ea typeface="Inter"/>
                <a:cs typeface="Inter"/>
              </a:rPr>
              <a:t>Chỉnh sửa hoặc hủy đơn</a:t>
            </a:r>
          </a:p>
        </p:txBody>
      </p:sp>
      <p:sp>
        <p:nvSpPr>
          <p:cNvPr id="109" name="Cây chức năng - lá 2.4">
            <a:extLst xmlns:a="http://schemas.openxmlformats.org/drawingml/2006/main">
              <a:ext uri="{FF2B5EF4-FFF2-40B4-BE49-F238E27FC236}">
                <a16:creationId xmlns:a16="http://schemas.microsoft.com/office/drawing/2014/main" id="{CC151AC6-DE93-49EA-BD0F-66517D6BF866}"/>
              </a:ext>
            </a:extLst>
          </p:cNvPr>
          <p:cNvSpPr>
            <a:spLocks xmlns:a="http://schemas.openxmlformats.org/drawingml/2006/main" noGrp="1"/>
          </p:cNvSpPr>
          <p:nvPr/>
        </p:nvSpPr>
        <p:spPr>
          <a:xfrm xmlns:a="http://schemas.openxmlformats.org/drawingml/2006/main">
            <a:off x="5305425" y="2242185"/>
            <a:ext cx="3086100" cy="161925"/>
          </a:xfrm>
          <a:prstGeom xmlns:a="http://schemas.openxmlformats.org/drawingml/2006/main" prst="roundRect">
            <a:avLst>
              <a:gd name="adj" fmla="val 11765"/>
            </a:avLst>
          </a:prstGeom>
          <a:solidFill xmlns:a="http://schemas.openxmlformats.org/drawingml/2006/main">
            <a:srgbClr val="FFFFFF"/>
          </a:solidFill>
          <a:ln xmlns:a="http://schemas.openxmlformats.org/drawingml/2006/main" w="10478">
            <a:solidFill>
              <a:srgbClr val="17324D"/>
            </a:solidFill>
            <a:prstDash val="solid"/>
          </a:ln>
        </p:spPr>
        <p:txBody>
          <a:bodyPr xmlns:a="http://schemas.openxmlformats.org/drawingml/2006/main" lIns="28575" tIns="0" rIns="28575" bIns="0" anchor="ctr">
            <a:normAutofit fontScale="100000"/>
          </a:bodyPr>
          <a:lstStyle xmlns:a="http://schemas.openxmlformats.org/drawingml/2006/main"/>
          <a:p xmlns:a="http://schemas.openxmlformats.org/drawingml/2006/main">
            <a:pPr algn="ctr">
              <a:buNone/>
              <a:defRPr sz="930" b="0">
                <a:solidFill>
                  <a:srgbClr val="17324D"/>
                </a:solidFill>
                <a:latin typeface="Inter"/>
                <a:ea typeface="Inter"/>
                <a:cs typeface="Inter"/>
              </a:defRPr>
            </a:pPr>
            <a:r>
              <a:rPr sz="930" b="0">
                <a:solidFill>
                  <a:srgbClr val="17324D"/>
                </a:solidFill>
                <a:latin typeface="Inter"/>
                <a:ea typeface="Inter"/>
                <a:cs typeface="Inter"/>
              </a:rPr>
              <a:t>Tra cứu lịch sử đơn</a:t>
            </a:r>
          </a:p>
        </p:txBody>
      </p:sp>
      <p:sp>
        <p:nvSpPr>
          <p:cNvPr id="110" name="Cây chức năng - nhóm 3">
            <a:extLst xmlns:a="http://schemas.openxmlformats.org/drawingml/2006/main">
              <a:ext uri="{FF2B5EF4-FFF2-40B4-BE49-F238E27FC236}">
                <a16:creationId xmlns:a16="http://schemas.microsoft.com/office/drawing/2014/main" id="{93EE358E-34A3-4659-BB4F-D2650E76FA6D}"/>
              </a:ext>
            </a:extLst>
          </p:cNvPr>
          <p:cNvSpPr>
            <a:spLocks xmlns:a="http://schemas.openxmlformats.org/drawingml/2006/main" noGrp="1"/>
          </p:cNvSpPr>
          <p:nvPr/>
        </p:nvSpPr>
        <p:spPr>
          <a:xfrm xmlns:a="http://schemas.openxmlformats.org/drawingml/2006/main">
            <a:off x="638175" y="2590800"/>
            <a:ext cx="3552825" cy="228600"/>
          </a:xfrm>
          <a:prstGeom xmlns:a="http://schemas.openxmlformats.org/drawingml/2006/main" prst="roundRect">
            <a:avLst>
              <a:gd name="adj" fmla="val 8333"/>
            </a:avLst>
          </a:prstGeom>
          <a:solidFill xmlns:a="http://schemas.openxmlformats.org/drawingml/2006/main">
            <a:srgbClr val="DDF2EA"/>
          </a:solidFill>
          <a:ln xmlns:a="http://schemas.openxmlformats.org/drawingml/2006/main" w="10478">
            <a:solidFill>
              <a:srgbClr val="17324D"/>
            </a:solidFill>
            <a:prstDash val="solid"/>
          </a:ln>
        </p:spPr>
        <p:txBody>
          <a:bodyPr xmlns:a="http://schemas.openxmlformats.org/drawingml/2006/main" lIns="28575" tIns="0" rIns="28575" bIns="0" anchor="ctr">
            <a:normAutofit fontScale="100000"/>
          </a:bodyPr>
          <a:lstStyle xmlns:a="http://schemas.openxmlformats.org/drawingml/2006/main"/>
          <a:p xmlns:a="http://schemas.openxmlformats.org/drawingml/2006/main">
            <a:pPr algn="ctr">
              <a:buNone/>
              <a:defRPr sz="1080" b="1">
                <a:solidFill>
                  <a:srgbClr val="17324D"/>
                </a:solidFill>
                <a:latin typeface="Inter"/>
                <a:ea typeface="Inter"/>
                <a:cs typeface="Inter"/>
              </a:defRPr>
            </a:pPr>
            <a:r>
              <a:rPr sz="1080" b="1">
                <a:solidFill>
                  <a:srgbClr val="17324D"/>
                </a:solidFill>
                <a:latin typeface="Inter"/>
                <a:ea typeface="Inter"/>
                <a:cs typeface="Inter"/>
              </a:rPr>
              <a:t>Xử lý đơn bổ sung</a:t>
            </a:r>
          </a:p>
        </p:txBody>
      </p:sp>
      <p:sp>
        <p:nvSpPr>
          <p:cNvPr id="111" name="Cây chức năng - lá 3.1">
            <a:extLst xmlns:a="http://schemas.openxmlformats.org/drawingml/2006/main">
              <a:ext uri="{FF2B5EF4-FFF2-40B4-BE49-F238E27FC236}">
                <a16:creationId xmlns:a16="http://schemas.microsoft.com/office/drawing/2014/main" id="{C9567201-2A77-4041-B025-B525909064C6}"/>
              </a:ext>
            </a:extLst>
          </p:cNvPr>
          <p:cNvSpPr>
            <a:spLocks xmlns:a="http://schemas.openxmlformats.org/drawingml/2006/main" noGrp="1"/>
          </p:cNvSpPr>
          <p:nvPr/>
        </p:nvSpPr>
        <p:spPr>
          <a:xfrm xmlns:a="http://schemas.openxmlformats.org/drawingml/2006/main">
            <a:off x="990600" y="2876550"/>
            <a:ext cx="3086100" cy="161925"/>
          </a:xfrm>
          <a:prstGeom xmlns:a="http://schemas.openxmlformats.org/drawingml/2006/main" prst="roundRect">
            <a:avLst>
              <a:gd name="adj" fmla="val 11765"/>
            </a:avLst>
          </a:prstGeom>
          <a:solidFill xmlns:a="http://schemas.openxmlformats.org/drawingml/2006/main">
            <a:srgbClr val="FFFFFF"/>
          </a:solidFill>
          <a:ln xmlns:a="http://schemas.openxmlformats.org/drawingml/2006/main" w="10478">
            <a:solidFill>
              <a:srgbClr val="17324D"/>
            </a:solidFill>
            <a:prstDash val="solid"/>
          </a:ln>
        </p:spPr>
        <p:txBody>
          <a:bodyPr xmlns:a="http://schemas.openxmlformats.org/drawingml/2006/main" lIns="28575" tIns="0" rIns="28575" bIns="0" anchor="ctr">
            <a:normAutofit fontScale="100000"/>
          </a:bodyPr>
          <a:lstStyle xmlns:a="http://schemas.openxmlformats.org/drawingml/2006/main"/>
          <a:p xmlns:a="http://schemas.openxmlformats.org/drawingml/2006/main">
            <a:pPr algn="ctr">
              <a:buNone/>
              <a:defRPr sz="930" b="0">
                <a:solidFill>
                  <a:srgbClr val="17324D"/>
                </a:solidFill>
                <a:latin typeface="Inter"/>
                <a:ea typeface="Inter"/>
                <a:cs typeface="Inter"/>
              </a:defRPr>
            </a:pPr>
            <a:r>
              <a:rPr sz="930" b="0">
                <a:solidFill>
                  <a:srgbClr val="17324D"/>
                </a:solidFill>
                <a:latin typeface="Inter"/>
                <a:ea typeface="Inter"/>
                <a:cs typeface="Inter"/>
              </a:rPr>
              <a:t>Kiểm tra điều kiện tạo</a:t>
            </a:r>
          </a:p>
        </p:txBody>
      </p:sp>
      <p:sp>
        <p:nvSpPr>
          <p:cNvPr id="112" name="Cây chức năng - lá 3.2">
            <a:extLst xmlns:a="http://schemas.openxmlformats.org/drawingml/2006/main">
              <a:ext uri="{FF2B5EF4-FFF2-40B4-BE49-F238E27FC236}">
                <a16:creationId xmlns:a16="http://schemas.microsoft.com/office/drawing/2014/main" id="{15A22B18-1B23-4B03-90F4-6D38AE69405F}"/>
              </a:ext>
            </a:extLst>
          </p:cNvPr>
          <p:cNvSpPr>
            <a:spLocks xmlns:a="http://schemas.openxmlformats.org/drawingml/2006/main" noGrp="1"/>
          </p:cNvSpPr>
          <p:nvPr/>
        </p:nvSpPr>
        <p:spPr>
          <a:xfrm xmlns:a="http://schemas.openxmlformats.org/drawingml/2006/main">
            <a:off x="990600" y="3055620"/>
            <a:ext cx="3086100" cy="161925"/>
          </a:xfrm>
          <a:prstGeom xmlns:a="http://schemas.openxmlformats.org/drawingml/2006/main" prst="roundRect">
            <a:avLst>
              <a:gd name="adj" fmla="val 11765"/>
            </a:avLst>
          </a:prstGeom>
          <a:solidFill xmlns:a="http://schemas.openxmlformats.org/drawingml/2006/main">
            <a:srgbClr val="FFFFFF"/>
          </a:solidFill>
          <a:ln xmlns:a="http://schemas.openxmlformats.org/drawingml/2006/main" w="10478">
            <a:solidFill>
              <a:srgbClr val="17324D"/>
            </a:solidFill>
            <a:prstDash val="solid"/>
          </a:ln>
        </p:spPr>
        <p:txBody>
          <a:bodyPr xmlns:a="http://schemas.openxmlformats.org/drawingml/2006/main" lIns="28575" tIns="0" rIns="28575" bIns="0" anchor="ctr">
            <a:normAutofit fontScale="100000"/>
          </a:bodyPr>
          <a:lstStyle xmlns:a="http://schemas.openxmlformats.org/drawingml/2006/main"/>
          <a:p xmlns:a="http://schemas.openxmlformats.org/drawingml/2006/main">
            <a:pPr algn="ctr">
              <a:buNone/>
              <a:defRPr sz="930" b="0">
                <a:solidFill>
                  <a:srgbClr val="17324D"/>
                </a:solidFill>
                <a:latin typeface="Inter"/>
                <a:ea typeface="Inter"/>
                <a:cs typeface="Inter"/>
              </a:defRPr>
            </a:pPr>
            <a:r>
              <a:rPr sz="930" b="0">
                <a:solidFill>
                  <a:srgbClr val="17324D"/>
                </a:solidFill>
                <a:latin typeface="Inter"/>
                <a:ea typeface="Inter"/>
                <a:cs typeface="Inter"/>
              </a:rPr>
              <a:t>Tạo đơn bổ sung</a:t>
            </a:r>
          </a:p>
        </p:txBody>
      </p:sp>
      <p:sp>
        <p:nvSpPr>
          <p:cNvPr id="113" name="Cây chức năng - lá 3.3">
            <a:extLst xmlns:a="http://schemas.openxmlformats.org/drawingml/2006/main">
              <a:ext uri="{FF2B5EF4-FFF2-40B4-BE49-F238E27FC236}">
                <a16:creationId xmlns:a16="http://schemas.microsoft.com/office/drawing/2014/main" id="{65F9D93F-9417-4994-A4D4-41402880C300}"/>
              </a:ext>
            </a:extLst>
          </p:cNvPr>
          <p:cNvSpPr>
            <a:spLocks xmlns:a="http://schemas.openxmlformats.org/drawingml/2006/main" noGrp="1"/>
          </p:cNvSpPr>
          <p:nvPr/>
        </p:nvSpPr>
        <p:spPr>
          <a:xfrm xmlns:a="http://schemas.openxmlformats.org/drawingml/2006/main">
            <a:off x="990600" y="3234690"/>
            <a:ext cx="3086100" cy="161925"/>
          </a:xfrm>
          <a:prstGeom xmlns:a="http://schemas.openxmlformats.org/drawingml/2006/main" prst="roundRect">
            <a:avLst>
              <a:gd name="adj" fmla="val 11765"/>
            </a:avLst>
          </a:prstGeom>
          <a:solidFill xmlns:a="http://schemas.openxmlformats.org/drawingml/2006/main">
            <a:srgbClr val="FFFFFF"/>
          </a:solidFill>
          <a:ln xmlns:a="http://schemas.openxmlformats.org/drawingml/2006/main" w="10478">
            <a:solidFill>
              <a:srgbClr val="17324D"/>
            </a:solidFill>
            <a:prstDash val="solid"/>
          </a:ln>
        </p:spPr>
        <p:txBody>
          <a:bodyPr xmlns:a="http://schemas.openxmlformats.org/drawingml/2006/main" lIns="28575" tIns="0" rIns="28575" bIns="0" anchor="ctr">
            <a:normAutofit fontScale="100000"/>
          </a:bodyPr>
          <a:lstStyle xmlns:a="http://schemas.openxmlformats.org/drawingml/2006/main"/>
          <a:p xmlns:a="http://schemas.openxmlformats.org/drawingml/2006/main">
            <a:pPr algn="ctr">
              <a:buNone/>
              <a:defRPr sz="930" b="0">
                <a:solidFill>
                  <a:srgbClr val="17324D"/>
                </a:solidFill>
                <a:latin typeface="Inter"/>
                <a:ea typeface="Inter"/>
                <a:cs typeface="Inter"/>
              </a:defRPr>
            </a:pPr>
            <a:r>
              <a:rPr sz="930" b="0">
                <a:solidFill>
                  <a:srgbClr val="17324D"/>
                </a:solidFill>
                <a:latin typeface="Inter"/>
                <a:ea typeface="Inter"/>
                <a:cs typeface="Inter"/>
              </a:rPr>
              <a:t>Duyệt hoặc từ chối</a:t>
            </a:r>
          </a:p>
        </p:txBody>
      </p:sp>
      <p:sp>
        <p:nvSpPr>
          <p:cNvPr id="114" name="Cây chức năng - lá 3.4">
            <a:extLst xmlns:a="http://schemas.openxmlformats.org/drawingml/2006/main">
              <a:ext uri="{FF2B5EF4-FFF2-40B4-BE49-F238E27FC236}">
                <a16:creationId xmlns:a16="http://schemas.microsoft.com/office/drawing/2014/main" id="{D1CEE195-840A-4576-ABE3-74A780BD6788}"/>
              </a:ext>
            </a:extLst>
          </p:cNvPr>
          <p:cNvSpPr>
            <a:spLocks xmlns:a="http://schemas.openxmlformats.org/drawingml/2006/main" noGrp="1"/>
          </p:cNvSpPr>
          <p:nvPr/>
        </p:nvSpPr>
        <p:spPr>
          <a:xfrm xmlns:a="http://schemas.openxmlformats.org/drawingml/2006/main">
            <a:off x="990600" y="3413760"/>
            <a:ext cx="3086100" cy="161925"/>
          </a:xfrm>
          <a:prstGeom xmlns:a="http://schemas.openxmlformats.org/drawingml/2006/main" prst="roundRect">
            <a:avLst>
              <a:gd name="adj" fmla="val 11765"/>
            </a:avLst>
          </a:prstGeom>
          <a:solidFill xmlns:a="http://schemas.openxmlformats.org/drawingml/2006/main">
            <a:srgbClr val="FFFFFF"/>
          </a:solidFill>
          <a:ln xmlns:a="http://schemas.openxmlformats.org/drawingml/2006/main" w="10478">
            <a:solidFill>
              <a:srgbClr val="17324D"/>
            </a:solidFill>
            <a:prstDash val="solid"/>
          </a:ln>
        </p:spPr>
        <p:txBody>
          <a:bodyPr xmlns:a="http://schemas.openxmlformats.org/drawingml/2006/main" lIns="28575" tIns="0" rIns="28575" bIns="0" anchor="ctr">
            <a:normAutofit fontScale="100000"/>
          </a:bodyPr>
          <a:lstStyle xmlns:a="http://schemas.openxmlformats.org/drawingml/2006/main"/>
          <a:p xmlns:a="http://schemas.openxmlformats.org/drawingml/2006/main">
            <a:pPr algn="ctr">
              <a:buNone/>
              <a:defRPr sz="930" b="0">
                <a:solidFill>
                  <a:srgbClr val="17324D"/>
                </a:solidFill>
                <a:latin typeface="Inter"/>
                <a:ea typeface="Inter"/>
                <a:cs typeface="Inter"/>
              </a:defRPr>
            </a:pPr>
            <a:r>
              <a:rPr sz="930" b="0">
                <a:solidFill>
                  <a:srgbClr val="17324D"/>
                </a:solidFill>
                <a:latin typeface="Inter"/>
                <a:ea typeface="Inter"/>
                <a:cs typeface="Inter"/>
              </a:rPr>
              <a:t>Theo dõi trạng thái</a:t>
            </a:r>
          </a:p>
        </p:txBody>
      </p:sp>
      <p:sp>
        <p:nvSpPr>
          <p:cNvPr id="115" name="Cây chức năng - nhóm 4">
            <a:extLst xmlns:a="http://schemas.openxmlformats.org/drawingml/2006/main">
              <a:ext uri="{FF2B5EF4-FFF2-40B4-BE49-F238E27FC236}">
                <a16:creationId xmlns:a16="http://schemas.microsoft.com/office/drawing/2014/main" id="{D0054746-1766-4D61-BACD-DF82A07CD20E}"/>
              </a:ext>
            </a:extLst>
          </p:cNvPr>
          <p:cNvSpPr>
            <a:spLocks xmlns:a="http://schemas.openxmlformats.org/drawingml/2006/main" noGrp="1"/>
          </p:cNvSpPr>
          <p:nvPr/>
        </p:nvSpPr>
        <p:spPr>
          <a:xfrm xmlns:a="http://schemas.openxmlformats.org/drawingml/2006/main">
            <a:off x="4953000" y="2590800"/>
            <a:ext cx="3552825" cy="228600"/>
          </a:xfrm>
          <a:prstGeom xmlns:a="http://schemas.openxmlformats.org/drawingml/2006/main" prst="roundRect">
            <a:avLst>
              <a:gd name="adj" fmla="val 8333"/>
            </a:avLst>
          </a:prstGeom>
          <a:solidFill xmlns:a="http://schemas.openxmlformats.org/drawingml/2006/main">
            <a:srgbClr val="DDF2EA"/>
          </a:solidFill>
          <a:ln xmlns:a="http://schemas.openxmlformats.org/drawingml/2006/main" w="10478">
            <a:solidFill>
              <a:srgbClr val="17324D"/>
            </a:solidFill>
            <a:prstDash val="solid"/>
          </a:ln>
        </p:spPr>
        <p:txBody>
          <a:bodyPr xmlns:a="http://schemas.openxmlformats.org/drawingml/2006/main" lIns="28575" tIns="0" rIns="28575" bIns="0" anchor="ctr">
            <a:normAutofit fontScale="100000"/>
          </a:bodyPr>
          <a:lstStyle xmlns:a="http://schemas.openxmlformats.org/drawingml/2006/main"/>
          <a:p xmlns:a="http://schemas.openxmlformats.org/drawingml/2006/main">
            <a:pPr algn="ctr">
              <a:buNone/>
              <a:defRPr sz="1080" b="1">
                <a:solidFill>
                  <a:srgbClr val="17324D"/>
                </a:solidFill>
                <a:latin typeface="Inter"/>
                <a:ea typeface="Inter"/>
                <a:cs typeface="Inter"/>
              </a:defRPr>
            </a:pPr>
            <a:r>
              <a:rPr sz="1080" b="1">
                <a:solidFill>
                  <a:srgbClr val="17324D"/>
                </a:solidFill>
                <a:latin typeface="Inter"/>
                <a:ea typeface="Inter"/>
                <a:cs typeface="Inter"/>
              </a:rPr>
              <a:t>Danh mục và bảng giá</a:t>
            </a:r>
          </a:p>
        </p:txBody>
      </p:sp>
      <p:sp>
        <p:nvSpPr>
          <p:cNvPr id="116" name="Cây chức năng - lá 4.1">
            <a:extLst xmlns:a="http://schemas.openxmlformats.org/drawingml/2006/main">
              <a:ext uri="{FF2B5EF4-FFF2-40B4-BE49-F238E27FC236}">
                <a16:creationId xmlns:a16="http://schemas.microsoft.com/office/drawing/2014/main" id="{32E26D53-9257-4007-8E3C-0BE0E00191B5}"/>
              </a:ext>
            </a:extLst>
          </p:cNvPr>
          <p:cNvSpPr>
            <a:spLocks xmlns:a="http://schemas.openxmlformats.org/drawingml/2006/main" noGrp="1"/>
          </p:cNvSpPr>
          <p:nvPr/>
        </p:nvSpPr>
        <p:spPr>
          <a:xfrm xmlns:a="http://schemas.openxmlformats.org/drawingml/2006/main">
            <a:off x="5305425" y="2876550"/>
            <a:ext cx="3086100" cy="161925"/>
          </a:xfrm>
          <a:prstGeom xmlns:a="http://schemas.openxmlformats.org/drawingml/2006/main" prst="roundRect">
            <a:avLst>
              <a:gd name="adj" fmla="val 11765"/>
            </a:avLst>
          </a:prstGeom>
          <a:solidFill xmlns:a="http://schemas.openxmlformats.org/drawingml/2006/main">
            <a:srgbClr val="FFFFFF"/>
          </a:solidFill>
          <a:ln xmlns:a="http://schemas.openxmlformats.org/drawingml/2006/main" w="10478">
            <a:solidFill>
              <a:srgbClr val="17324D"/>
            </a:solidFill>
            <a:prstDash val="solid"/>
          </a:ln>
        </p:spPr>
        <p:txBody>
          <a:bodyPr xmlns:a="http://schemas.openxmlformats.org/drawingml/2006/main" lIns="28575" tIns="0" rIns="28575" bIns="0" anchor="ctr">
            <a:normAutofit fontScale="100000"/>
          </a:bodyPr>
          <a:lstStyle xmlns:a="http://schemas.openxmlformats.org/drawingml/2006/main"/>
          <a:p xmlns:a="http://schemas.openxmlformats.org/drawingml/2006/main">
            <a:pPr algn="ctr">
              <a:buNone/>
              <a:defRPr sz="930" b="0">
                <a:solidFill>
                  <a:srgbClr val="17324D"/>
                </a:solidFill>
                <a:latin typeface="Inter"/>
                <a:ea typeface="Inter"/>
                <a:cs typeface="Inter"/>
              </a:defRPr>
            </a:pPr>
            <a:r>
              <a:rPr sz="930" b="0">
                <a:solidFill>
                  <a:srgbClr val="17324D"/>
                </a:solidFill>
                <a:latin typeface="Inter"/>
                <a:ea typeface="Inter"/>
                <a:cs typeface="Inter"/>
              </a:rPr>
              <a:t>Quản lý văn phòng phẩm</a:t>
            </a:r>
          </a:p>
        </p:txBody>
      </p:sp>
      <p:sp>
        <p:nvSpPr>
          <p:cNvPr id="117" name="Cây chức năng - lá 4.2">
            <a:extLst xmlns:a="http://schemas.openxmlformats.org/drawingml/2006/main">
              <a:ext uri="{FF2B5EF4-FFF2-40B4-BE49-F238E27FC236}">
                <a16:creationId xmlns:a16="http://schemas.microsoft.com/office/drawing/2014/main" id="{0F9260B2-B2D7-41DA-95BC-74E17B9A35B2}"/>
              </a:ext>
            </a:extLst>
          </p:cNvPr>
          <p:cNvSpPr>
            <a:spLocks xmlns:a="http://schemas.openxmlformats.org/drawingml/2006/main" noGrp="1"/>
          </p:cNvSpPr>
          <p:nvPr/>
        </p:nvSpPr>
        <p:spPr>
          <a:xfrm xmlns:a="http://schemas.openxmlformats.org/drawingml/2006/main">
            <a:off x="5305425" y="3055620"/>
            <a:ext cx="3086100" cy="161925"/>
          </a:xfrm>
          <a:prstGeom xmlns:a="http://schemas.openxmlformats.org/drawingml/2006/main" prst="roundRect">
            <a:avLst>
              <a:gd name="adj" fmla="val 11765"/>
            </a:avLst>
          </a:prstGeom>
          <a:solidFill xmlns:a="http://schemas.openxmlformats.org/drawingml/2006/main">
            <a:srgbClr val="FFFFFF"/>
          </a:solidFill>
          <a:ln xmlns:a="http://schemas.openxmlformats.org/drawingml/2006/main" w="10478">
            <a:solidFill>
              <a:srgbClr val="17324D"/>
            </a:solidFill>
            <a:prstDash val="solid"/>
          </a:ln>
        </p:spPr>
        <p:txBody>
          <a:bodyPr xmlns:a="http://schemas.openxmlformats.org/drawingml/2006/main" lIns="28575" tIns="0" rIns="28575" bIns="0" anchor="ctr">
            <a:normAutofit fontScale="100000"/>
          </a:bodyPr>
          <a:lstStyle xmlns:a="http://schemas.openxmlformats.org/drawingml/2006/main"/>
          <a:p xmlns:a="http://schemas.openxmlformats.org/drawingml/2006/main">
            <a:pPr algn="ctr">
              <a:buNone/>
              <a:defRPr sz="930" b="0">
                <a:solidFill>
                  <a:srgbClr val="17324D"/>
                </a:solidFill>
                <a:latin typeface="Inter"/>
                <a:ea typeface="Inter"/>
                <a:cs typeface="Inter"/>
              </a:defRPr>
            </a:pPr>
            <a:r>
              <a:rPr sz="930" b="0">
                <a:solidFill>
                  <a:srgbClr val="17324D"/>
                </a:solidFill>
                <a:latin typeface="Inter"/>
                <a:ea typeface="Inter"/>
                <a:cs typeface="Inter"/>
              </a:rPr>
              <a:t>Quản lý đơn vị tính</a:t>
            </a:r>
          </a:p>
        </p:txBody>
      </p:sp>
      <p:sp>
        <p:nvSpPr>
          <p:cNvPr id="118" name="Cây chức năng - lá 4.3">
            <a:extLst xmlns:a="http://schemas.openxmlformats.org/drawingml/2006/main">
              <a:ext uri="{FF2B5EF4-FFF2-40B4-BE49-F238E27FC236}">
                <a16:creationId xmlns:a16="http://schemas.microsoft.com/office/drawing/2014/main" id="{F91B60B7-4F23-4228-A886-36E18F8DF3DE}"/>
              </a:ext>
            </a:extLst>
          </p:cNvPr>
          <p:cNvSpPr>
            <a:spLocks xmlns:a="http://schemas.openxmlformats.org/drawingml/2006/main" noGrp="1"/>
          </p:cNvSpPr>
          <p:nvPr/>
        </p:nvSpPr>
        <p:spPr>
          <a:xfrm xmlns:a="http://schemas.openxmlformats.org/drawingml/2006/main">
            <a:off x="5305425" y="3234690"/>
            <a:ext cx="3086100" cy="161925"/>
          </a:xfrm>
          <a:prstGeom xmlns:a="http://schemas.openxmlformats.org/drawingml/2006/main" prst="roundRect">
            <a:avLst>
              <a:gd name="adj" fmla="val 11765"/>
            </a:avLst>
          </a:prstGeom>
          <a:solidFill xmlns:a="http://schemas.openxmlformats.org/drawingml/2006/main">
            <a:srgbClr val="FFFFFF"/>
          </a:solidFill>
          <a:ln xmlns:a="http://schemas.openxmlformats.org/drawingml/2006/main" w="10478">
            <a:solidFill>
              <a:srgbClr val="17324D"/>
            </a:solidFill>
            <a:prstDash val="solid"/>
          </a:ln>
        </p:spPr>
        <p:txBody>
          <a:bodyPr xmlns:a="http://schemas.openxmlformats.org/drawingml/2006/main" lIns="28575" tIns="0" rIns="28575" bIns="0" anchor="ctr">
            <a:normAutofit fontScale="100000"/>
          </a:bodyPr>
          <a:lstStyle xmlns:a="http://schemas.openxmlformats.org/drawingml/2006/main"/>
          <a:p xmlns:a="http://schemas.openxmlformats.org/drawingml/2006/main">
            <a:pPr algn="ctr">
              <a:buNone/>
              <a:defRPr sz="930" b="0">
                <a:solidFill>
                  <a:srgbClr val="17324D"/>
                </a:solidFill>
                <a:latin typeface="Inter"/>
                <a:ea typeface="Inter"/>
                <a:cs typeface="Inter"/>
              </a:defRPr>
            </a:pPr>
            <a:r>
              <a:rPr sz="930" b="0">
                <a:solidFill>
                  <a:srgbClr val="17324D"/>
                </a:solidFill>
                <a:latin typeface="Inter"/>
                <a:ea typeface="Inter"/>
                <a:cs typeface="Inter"/>
              </a:rPr>
              <a:t>Quản lý nhà cung cấp</a:t>
            </a:r>
          </a:p>
        </p:txBody>
      </p:sp>
      <p:sp>
        <p:nvSpPr>
          <p:cNvPr id="119" name="Cây chức năng - lá 4.4">
            <a:extLst xmlns:a="http://schemas.openxmlformats.org/drawingml/2006/main">
              <a:ext uri="{FF2B5EF4-FFF2-40B4-BE49-F238E27FC236}">
                <a16:creationId xmlns:a16="http://schemas.microsoft.com/office/drawing/2014/main" id="{D3F45790-1883-4E6D-BDB8-F594643A457A}"/>
              </a:ext>
            </a:extLst>
          </p:cNvPr>
          <p:cNvSpPr>
            <a:spLocks xmlns:a="http://schemas.openxmlformats.org/drawingml/2006/main" noGrp="1"/>
          </p:cNvSpPr>
          <p:nvPr/>
        </p:nvSpPr>
        <p:spPr>
          <a:xfrm xmlns:a="http://schemas.openxmlformats.org/drawingml/2006/main">
            <a:off x="5305425" y="3413760"/>
            <a:ext cx="3086100" cy="161925"/>
          </a:xfrm>
          <a:prstGeom xmlns:a="http://schemas.openxmlformats.org/drawingml/2006/main" prst="roundRect">
            <a:avLst>
              <a:gd name="adj" fmla="val 11765"/>
            </a:avLst>
          </a:prstGeom>
          <a:solidFill xmlns:a="http://schemas.openxmlformats.org/drawingml/2006/main">
            <a:srgbClr val="FFFFFF"/>
          </a:solidFill>
          <a:ln xmlns:a="http://schemas.openxmlformats.org/drawingml/2006/main" w="10478">
            <a:solidFill>
              <a:srgbClr val="17324D"/>
            </a:solidFill>
            <a:prstDash val="solid"/>
          </a:ln>
        </p:spPr>
        <p:txBody>
          <a:bodyPr xmlns:a="http://schemas.openxmlformats.org/drawingml/2006/main" lIns="28575" tIns="0" rIns="28575" bIns="0" anchor="ctr">
            <a:normAutofit fontScale="100000"/>
          </a:bodyPr>
          <a:lstStyle xmlns:a="http://schemas.openxmlformats.org/drawingml/2006/main"/>
          <a:p xmlns:a="http://schemas.openxmlformats.org/drawingml/2006/main">
            <a:pPr algn="ctr">
              <a:buNone/>
              <a:defRPr sz="930" b="0">
                <a:solidFill>
                  <a:srgbClr val="17324D"/>
                </a:solidFill>
                <a:latin typeface="Inter"/>
                <a:ea typeface="Inter"/>
                <a:cs typeface="Inter"/>
              </a:defRPr>
            </a:pPr>
            <a:r>
              <a:rPr sz="930" b="0">
                <a:solidFill>
                  <a:srgbClr val="17324D"/>
                </a:solidFill>
                <a:latin typeface="Inter"/>
                <a:ea typeface="Inter"/>
                <a:cs typeface="Inter"/>
              </a:rPr>
              <a:t>Tạo bảng giá có hiệu lực</a:t>
            </a:r>
          </a:p>
        </p:txBody>
      </p:sp>
      <p:sp>
        <p:nvSpPr>
          <p:cNvPr id="120" name="Cây chức năng - lá 4.5">
            <a:extLst xmlns:a="http://schemas.openxmlformats.org/drawingml/2006/main">
              <a:ext uri="{FF2B5EF4-FFF2-40B4-BE49-F238E27FC236}">
                <a16:creationId xmlns:a16="http://schemas.microsoft.com/office/drawing/2014/main" id="{98134126-EB48-4B96-A4EC-A79AC5B72862}"/>
              </a:ext>
            </a:extLst>
          </p:cNvPr>
          <p:cNvSpPr>
            <a:spLocks xmlns:a="http://schemas.openxmlformats.org/drawingml/2006/main" noGrp="1"/>
          </p:cNvSpPr>
          <p:nvPr/>
        </p:nvSpPr>
        <p:spPr>
          <a:xfrm xmlns:a="http://schemas.openxmlformats.org/drawingml/2006/main">
            <a:off x="5305425" y="3592830"/>
            <a:ext cx="3086100" cy="161925"/>
          </a:xfrm>
          <a:prstGeom xmlns:a="http://schemas.openxmlformats.org/drawingml/2006/main" prst="roundRect">
            <a:avLst>
              <a:gd name="adj" fmla="val 11765"/>
            </a:avLst>
          </a:prstGeom>
          <a:solidFill xmlns:a="http://schemas.openxmlformats.org/drawingml/2006/main">
            <a:srgbClr val="FFFFFF"/>
          </a:solidFill>
          <a:ln xmlns:a="http://schemas.openxmlformats.org/drawingml/2006/main" w="10478">
            <a:solidFill>
              <a:srgbClr val="17324D"/>
            </a:solidFill>
            <a:prstDash val="solid"/>
          </a:ln>
        </p:spPr>
        <p:txBody>
          <a:bodyPr xmlns:a="http://schemas.openxmlformats.org/drawingml/2006/main" lIns="28575" tIns="0" rIns="28575" bIns="0" anchor="ctr">
            <a:normAutofit fontScale="100000"/>
          </a:bodyPr>
          <a:lstStyle xmlns:a="http://schemas.openxmlformats.org/drawingml/2006/main"/>
          <a:p xmlns:a="http://schemas.openxmlformats.org/drawingml/2006/main">
            <a:pPr algn="ctr">
              <a:buNone/>
              <a:defRPr sz="930" b="0">
                <a:solidFill>
                  <a:srgbClr val="17324D"/>
                </a:solidFill>
                <a:latin typeface="Inter"/>
                <a:ea typeface="Inter"/>
                <a:cs typeface="Inter"/>
              </a:defRPr>
            </a:pPr>
            <a:r>
              <a:rPr sz="930" b="0">
                <a:solidFill>
                  <a:srgbClr val="17324D"/>
                </a:solidFill>
                <a:latin typeface="Inter"/>
                <a:ea typeface="Inter"/>
                <a:cs typeface="Inter"/>
              </a:rPr>
              <a:t>Đặt mặc định hoặc ngừng sử dụng</a:t>
            </a:r>
          </a:p>
        </p:txBody>
      </p:sp>
      <p:sp>
        <p:nvSpPr>
          <p:cNvPr id="121" name="Cây chức năng - nhóm 5">
            <a:extLst xmlns:a="http://schemas.openxmlformats.org/drawingml/2006/main">
              <a:ext uri="{FF2B5EF4-FFF2-40B4-BE49-F238E27FC236}">
                <a16:creationId xmlns:a16="http://schemas.microsoft.com/office/drawing/2014/main" id="{A8B4F8C8-AD64-45D0-9BB3-5CCED6E6A374}"/>
              </a:ext>
            </a:extLst>
          </p:cNvPr>
          <p:cNvSpPr>
            <a:spLocks xmlns:a="http://schemas.openxmlformats.org/drawingml/2006/main" noGrp="1"/>
          </p:cNvSpPr>
          <p:nvPr/>
        </p:nvSpPr>
        <p:spPr>
          <a:xfrm xmlns:a="http://schemas.openxmlformats.org/drawingml/2006/main">
            <a:off x="638175" y="3762375"/>
            <a:ext cx="3552825" cy="228600"/>
          </a:xfrm>
          <a:prstGeom xmlns:a="http://schemas.openxmlformats.org/drawingml/2006/main" prst="roundRect">
            <a:avLst>
              <a:gd name="adj" fmla="val 8333"/>
            </a:avLst>
          </a:prstGeom>
          <a:solidFill xmlns:a="http://schemas.openxmlformats.org/drawingml/2006/main">
            <a:srgbClr val="DDF2EA"/>
          </a:solidFill>
          <a:ln xmlns:a="http://schemas.openxmlformats.org/drawingml/2006/main" w="10478">
            <a:solidFill>
              <a:srgbClr val="17324D"/>
            </a:solidFill>
            <a:prstDash val="solid"/>
          </a:ln>
        </p:spPr>
        <p:txBody>
          <a:bodyPr xmlns:a="http://schemas.openxmlformats.org/drawingml/2006/main" lIns="28575" tIns="0" rIns="28575" bIns="0" anchor="ctr">
            <a:normAutofit fontScale="100000"/>
          </a:bodyPr>
          <a:lstStyle xmlns:a="http://schemas.openxmlformats.org/drawingml/2006/main"/>
          <a:p xmlns:a="http://schemas.openxmlformats.org/drawingml/2006/main">
            <a:pPr algn="ctr">
              <a:buNone/>
              <a:defRPr sz="1080" b="1">
                <a:solidFill>
                  <a:srgbClr val="17324D"/>
                </a:solidFill>
                <a:latin typeface="Inter"/>
                <a:ea typeface="Inter"/>
                <a:cs typeface="Inter"/>
              </a:defRPr>
            </a:pPr>
            <a:r>
              <a:rPr sz="1080" b="1">
                <a:solidFill>
                  <a:srgbClr val="17324D"/>
                </a:solidFill>
                <a:latin typeface="Inter"/>
                <a:ea typeface="Inter"/>
                <a:cs typeface="Inter"/>
              </a:rPr>
              <a:t>Vận hành và chốt kỳ</a:t>
            </a:r>
          </a:p>
        </p:txBody>
      </p:sp>
      <p:sp>
        <p:nvSpPr>
          <p:cNvPr id="122" name="Cây chức năng - lá 5.1">
            <a:extLst xmlns:a="http://schemas.openxmlformats.org/drawingml/2006/main">
              <a:ext uri="{FF2B5EF4-FFF2-40B4-BE49-F238E27FC236}">
                <a16:creationId xmlns:a16="http://schemas.microsoft.com/office/drawing/2014/main" id="{CA1B1018-F2E1-47EA-8EFE-20652DB8FB16}"/>
              </a:ext>
            </a:extLst>
          </p:cNvPr>
          <p:cNvSpPr>
            <a:spLocks xmlns:a="http://schemas.openxmlformats.org/drawingml/2006/main" noGrp="1"/>
          </p:cNvSpPr>
          <p:nvPr/>
        </p:nvSpPr>
        <p:spPr>
          <a:xfrm xmlns:a="http://schemas.openxmlformats.org/drawingml/2006/main">
            <a:off x="990600" y="4048125"/>
            <a:ext cx="3086100" cy="161925"/>
          </a:xfrm>
          <a:prstGeom xmlns:a="http://schemas.openxmlformats.org/drawingml/2006/main" prst="roundRect">
            <a:avLst>
              <a:gd name="adj" fmla="val 11765"/>
            </a:avLst>
          </a:prstGeom>
          <a:solidFill xmlns:a="http://schemas.openxmlformats.org/drawingml/2006/main">
            <a:srgbClr val="FFFFFF"/>
          </a:solidFill>
          <a:ln xmlns:a="http://schemas.openxmlformats.org/drawingml/2006/main" w="10478">
            <a:solidFill>
              <a:srgbClr val="17324D"/>
            </a:solidFill>
            <a:prstDash val="solid"/>
          </a:ln>
        </p:spPr>
        <p:txBody>
          <a:bodyPr xmlns:a="http://schemas.openxmlformats.org/drawingml/2006/main" lIns="28575" tIns="0" rIns="28575" bIns="0" anchor="ctr">
            <a:normAutofit fontScale="100000"/>
          </a:bodyPr>
          <a:lstStyle xmlns:a="http://schemas.openxmlformats.org/drawingml/2006/main"/>
          <a:p xmlns:a="http://schemas.openxmlformats.org/drawingml/2006/main">
            <a:pPr algn="ctr">
              <a:buNone/>
              <a:defRPr sz="930" b="0">
                <a:solidFill>
                  <a:srgbClr val="17324D"/>
                </a:solidFill>
                <a:latin typeface="Inter"/>
                <a:ea typeface="Inter"/>
                <a:cs typeface="Inter"/>
              </a:defRPr>
            </a:pPr>
            <a:r>
              <a:rPr sz="930" b="0">
                <a:solidFill>
                  <a:srgbClr val="17324D"/>
                </a:solidFill>
                <a:latin typeface="Inter"/>
                <a:ea typeface="Inter"/>
                <a:cs typeface="Inter"/>
              </a:rPr>
              <a:t>Quản lý lịch riêng của từng kỳ</a:t>
            </a:r>
          </a:p>
        </p:txBody>
      </p:sp>
      <p:sp>
        <p:nvSpPr>
          <p:cNvPr id="123" name="Cây chức năng - lá 5.2">
            <a:extLst xmlns:a="http://schemas.openxmlformats.org/drawingml/2006/main">
              <a:ext uri="{FF2B5EF4-FFF2-40B4-BE49-F238E27FC236}">
                <a16:creationId xmlns:a16="http://schemas.microsoft.com/office/drawing/2014/main" id="{1277720A-2E61-48A6-835E-7C5CBC4F558F}"/>
              </a:ext>
            </a:extLst>
          </p:cNvPr>
          <p:cNvSpPr>
            <a:spLocks xmlns:a="http://schemas.openxmlformats.org/drawingml/2006/main" noGrp="1"/>
          </p:cNvSpPr>
          <p:nvPr/>
        </p:nvSpPr>
        <p:spPr>
          <a:xfrm xmlns:a="http://schemas.openxmlformats.org/drawingml/2006/main">
            <a:off x="990600" y="4227195"/>
            <a:ext cx="3086100" cy="161925"/>
          </a:xfrm>
          <a:prstGeom xmlns:a="http://schemas.openxmlformats.org/drawingml/2006/main" prst="roundRect">
            <a:avLst>
              <a:gd name="adj" fmla="val 11765"/>
            </a:avLst>
          </a:prstGeom>
          <a:solidFill xmlns:a="http://schemas.openxmlformats.org/drawingml/2006/main">
            <a:srgbClr val="FFFFFF"/>
          </a:solidFill>
          <a:ln xmlns:a="http://schemas.openxmlformats.org/drawingml/2006/main" w="10478">
            <a:solidFill>
              <a:srgbClr val="17324D"/>
            </a:solidFill>
            <a:prstDash val="solid"/>
          </a:ln>
        </p:spPr>
        <p:txBody>
          <a:bodyPr xmlns:a="http://schemas.openxmlformats.org/drawingml/2006/main" lIns="28575" tIns="0" rIns="28575" bIns="0" anchor="ctr">
            <a:normAutofit fontScale="100000"/>
          </a:bodyPr>
          <a:lstStyle xmlns:a="http://schemas.openxmlformats.org/drawingml/2006/main"/>
          <a:p xmlns:a="http://schemas.openxmlformats.org/drawingml/2006/main">
            <a:pPr algn="ctr">
              <a:buNone/>
              <a:defRPr sz="930" b="0">
                <a:solidFill>
                  <a:srgbClr val="17324D"/>
                </a:solidFill>
                <a:latin typeface="Inter"/>
                <a:ea typeface="Inter"/>
                <a:cs typeface="Inter"/>
              </a:defRPr>
            </a:pPr>
            <a:r>
              <a:rPr sz="930" b="0">
                <a:solidFill>
                  <a:srgbClr val="17324D"/>
                </a:solidFill>
                <a:latin typeface="Inter"/>
                <a:ea typeface="Inter"/>
                <a:cs typeface="Inter"/>
              </a:rPr>
              <a:t>Khóa hoặc mở lại nhận đơn</a:t>
            </a:r>
          </a:p>
        </p:txBody>
      </p:sp>
      <p:sp>
        <p:nvSpPr>
          <p:cNvPr id="124" name="Cây chức năng - lá 5.3">
            <a:extLst xmlns:a="http://schemas.openxmlformats.org/drawingml/2006/main">
              <a:ext uri="{FF2B5EF4-FFF2-40B4-BE49-F238E27FC236}">
                <a16:creationId xmlns:a16="http://schemas.microsoft.com/office/drawing/2014/main" id="{799DE39C-7B17-4C49-89C6-E72CAAE54197}"/>
              </a:ext>
            </a:extLst>
          </p:cNvPr>
          <p:cNvSpPr>
            <a:spLocks xmlns:a="http://schemas.openxmlformats.org/drawingml/2006/main" noGrp="1"/>
          </p:cNvSpPr>
          <p:nvPr/>
        </p:nvSpPr>
        <p:spPr>
          <a:xfrm xmlns:a="http://schemas.openxmlformats.org/drawingml/2006/main">
            <a:off x="990600" y="4406265"/>
            <a:ext cx="3086100" cy="161925"/>
          </a:xfrm>
          <a:prstGeom xmlns:a="http://schemas.openxmlformats.org/drawingml/2006/main" prst="roundRect">
            <a:avLst>
              <a:gd name="adj" fmla="val 11765"/>
            </a:avLst>
          </a:prstGeom>
          <a:solidFill xmlns:a="http://schemas.openxmlformats.org/drawingml/2006/main">
            <a:srgbClr val="FFFFFF"/>
          </a:solidFill>
          <a:ln xmlns:a="http://schemas.openxmlformats.org/drawingml/2006/main" w="10478">
            <a:solidFill>
              <a:srgbClr val="17324D"/>
            </a:solidFill>
            <a:prstDash val="solid"/>
          </a:ln>
        </p:spPr>
        <p:txBody>
          <a:bodyPr xmlns:a="http://schemas.openxmlformats.org/drawingml/2006/main" lIns="28575" tIns="0" rIns="28575" bIns="0" anchor="ctr">
            <a:normAutofit fontScale="100000"/>
          </a:bodyPr>
          <a:lstStyle xmlns:a="http://schemas.openxmlformats.org/drawingml/2006/main"/>
          <a:p xmlns:a="http://schemas.openxmlformats.org/drawingml/2006/main">
            <a:pPr algn="ctr">
              <a:buNone/>
              <a:defRPr sz="930" b="0">
                <a:solidFill>
                  <a:srgbClr val="17324D"/>
                </a:solidFill>
                <a:latin typeface="Inter"/>
                <a:ea typeface="Inter"/>
                <a:cs typeface="Inter"/>
              </a:defRPr>
            </a:pPr>
            <a:r>
              <a:rPr sz="930" b="0">
                <a:solidFill>
                  <a:srgbClr val="17324D"/>
                </a:solidFill>
                <a:latin typeface="Inter"/>
                <a:ea typeface="Inter"/>
                <a:cs typeface="Inter"/>
              </a:rPr>
              <a:t>Xem trước và chọn dữ liệu áp dụng</a:t>
            </a:r>
          </a:p>
        </p:txBody>
      </p:sp>
      <p:sp>
        <p:nvSpPr>
          <p:cNvPr id="125" name="Cây chức năng - lá 5.4">
            <a:extLst xmlns:a="http://schemas.openxmlformats.org/drawingml/2006/main">
              <a:ext uri="{FF2B5EF4-FFF2-40B4-BE49-F238E27FC236}">
                <a16:creationId xmlns:a16="http://schemas.microsoft.com/office/drawing/2014/main" id="{C21AA4D7-7821-4141-ADE0-B817EDD6E080}"/>
              </a:ext>
            </a:extLst>
          </p:cNvPr>
          <p:cNvSpPr>
            <a:spLocks xmlns:a="http://schemas.openxmlformats.org/drawingml/2006/main" noGrp="1"/>
          </p:cNvSpPr>
          <p:nvPr/>
        </p:nvSpPr>
        <p:spPr>
          <a:xfrm xmlns:a="http://schemas.openxmlformats.org/drawingml/2006/main">
            <a:off x="990600" y="4585335"/>
            <a:ext cx="3086100" cy="161925"/>
          </a:xfrm>
          <a:prstGeom xmlns:a="http://schemas.openxmlformats.org/drawingml/2006/main" prst="roundRect">
            <a:avLst>
              <a:gd name="adj" fmla="val 11765"/>
            </a:avLst>
          </a:prstGeom>
          <a:solidFill xmlns:a="http://schemas.openxmlformats.org/drawingml/2006/main">
            <a:srgbClr val="FFFFFF"/>
          </a:solidFill>
          <a:ln xmlns:a="http://schemas.openxmlformats.org/drawingml/2006/main" w="10478">
            <a:solidFill>
              <a:srgbClr val="17324D"/>
            </a:solidFill>
            <a:prstDash val="solid"/>
          </a:ln>
        </p:spPr>
        <p:txBody>
          <a:bodyPr xmlns:a="http://schemas.openxmlformats.org/drawingml/2006/main" lIns="28575" tIns="0" rIns="28575" bIns="0" anchor="ctr">
            <a:normAutofit fontScale="100000"/>
          </a:bodyPr>
          <a:lstStyle xmlns:a="http://schemas.openxmlformats.org/drawingml/2006/main"/>
          <a:p xmlns:a="http://schemas.openxmlformats.org/drawingml/2006/main">
            <a:pPr algn="ctr">
              <a:buNone/>
              <a:defRPr sz="930" b="0">
                <a:solidFill>
                  <a:srgbClr val="17324D"/>
                </a:solidFill>
                <a:latin typeface="Inter"/>
                <a:ea typeface="Inter"/>
                <a:cs typeface="Inter"/>
              </a:defRPr>
            </a:pPr>
            <a:r>
              <a:rPr sz="930" b="0">
                <a:solidFill>
                  <a:srgbClr val="17324D"/>
                </a:solidFill>
                <a:latin typeface="Inter"/>
                <a:ea typeface="Inter"/>
                <a:cs typeface="Inter"/>
              </a:rPr>
              <a:t>Chốt kỳ và lưu phiên bản kết quả</a:t>
            </a:r>
          </a:p>
        </p:txBody>
      </p:sp>
      <p:sp>
        <p:nvSpPr>
          <p:cNvPr id="126" name="Cây chức năng - lá 5.5">
            <a:extLst xmlns:a="http://schemas.openxmlformats.org/drawingml/2006/main">
              <a:ext uri="{FF2B5EF4-FFF2-40B4-BE49-F238E27FC236}">
                <a16:creationId xmlns:a16="http://schemas.microsoft.com/office/drawing/2014/main" id="{7F7A212E-4A1D-4D37-BFAC-AC8A77AF5C23}"/>
              </a:ext>
            </a:extLst>
          </p:cNvPr>
          <p:cNvSpPr>
            <a:spLocks xmlns:a="http://schemas.openxmlformats.org/drawingml/2006/main" noGrp="1"/>
          </p:cNvSpPr>
          <p:nvPr/>
        </p:nvSpPr>
        <p:spPr>
          <a:xfrm xmlns:a="http://schemas.openxmlformats.org/drawingml/2006/main">
            <a:off x="990600" y="4764405"/>
            <a:ext cx="3086100" cy="161925"/>
          </a:xfrm>
          <a:prstGeom xmlns:a="http://schemas.openxmlformats.org/drawingml/2006/main" prst="roundRect">
            <a:avLst>
              <a:gd name="adj" fmla="val 11765"/>
            </a:avLst>
          </a:prstGeom>
          <a:solidFill xmlns:a="http://schemas.openxmlformats.org/drawingml/2006/main">
            <a:srgbClr val="FFFFFF"/>
          </a:solidFill>
          <a:ln xmlns:a="http://schemas.openxmlformats.org/drawingml/2006/main" w="10478">
            <a:solidFill>
              <a:srgbClr val="17324D"/>
            </a:solidFill>
            <a:prstDash val="solid"/>
          </a:ln>
        </p:spPr>
        <p:txBody>
          <a:bodyPr xmlns:a="http://schemas.openxmlformats.org/drawingml/2006/main" lIns="28575" tIns="0" rIns="28575" bIns="0" anchor="ctr">
            <a:normAutofit fontScale="100000"/>
          </a:bodyPr>
          <a:lstStyle xmlns:a="http://schemas.openxmlformats.org/drawingml/2006/main"/>
          <a:p xmlns:a="http://schemas.openxmlformats.org/drawingml/2006/main">
            <a:pPr algn="ctr">
              <a:buNone/>
              <a:defRPr sz="930" b="0">
                <a:solidFill>
                  <a:srgbClr val="17324D"/>
                </a:solidFill>
                <a:latin typeface="Inter"/>
                <a:ea typeface="Inter"/>
                <a:cs typeface="Inter"/>
              </a:defRPr>
            </a:pPr>
            <a:r>
              <a:rPr sz="930" b="0">
                <a:solidFill>
                  <a:srgbClr val="17324D"/>
                </a:solidFill>
                <a:latin typeface="Inter"/>
                <a:ea typeface="Inter"/>
                <a:cs typeface="Inter"/>
              </a:rPr>
              <a:t>Điều chỉnh đơn sau chốt</a:t>
            </a:r>
          </a:p>
        </p:txBody>
      </p:sp>
      <p:sp>
        <p:nvSpPr>
          <p:cNvPr id="127" name="Cây chức năng - nhóm 6">
            <a:extLst xmlns:a="http://schemas.openxmlformats.org/drawingml/2006/main">
              <a:ext uri="{FF2B5EF4-FFF2-40B4-BE49-F238E27FC236}">
                <a16:creationId xmlns:a16="http://schemas.microsoft.com/office/drawing/2014/main" id="{66DF6E84-B717-4FFE-BC90-723C1AE8B479}"/>
              </a:ext>
            </a:extLst>
          </p:cNvPr>
          <p:cNvSpPr>
            <a:spLocks xmlns:a="http://schemas.openxmlformats.org/drawingml/2006/main" noGrp="1"/>
          </p:cNvSpPr>
          <p:nvPr/>
        </p:nvSpPr>
        <p:spPr>
          <a:xfrm xmlns:a="http://schemas.openxmlformats.org/drawingml/2006/main">
            <a:off x="4953000" y="3762375"/>
            <a:ext cx="3552825" cy="228600"/>
          </a:xfrm>
          <a:prstGeom xmlns:a="http://schemas.openxmlformats.org/drawingml/2006/main" prst="roundRect">
            <a:avLst>
              <a:gd name="adj" fmla="val 8333"/>
            </a:avLst>
          </a:prstGeom>
          <a:solidFill xmlns:a="http://schemas.openxmlformats.org/drawingml/2006/main">
            <a:srgbClr val="DDF2EA"/>
          </a:solidFill>
          <a:ln xmlns:a="http://schemas.openxmlformats.org/drawingml/2006/main" w="10478">
            <a:solidFill>
              <a:srgbClr val="17324D"/>
            </a:solidFill>
            <a:prstDash val="solid"/>
          </a:ln>
        </p:spPr>
        <p:txBody>
          <a:bodyPr xmlns:a="http://schemas.openxmlformats.org/drawingml/2006/main" lIns="28575" tIns="0" rIns="28575" bIns="0" anchor="ctr">
            <a:normAutofit fontScale="100000"/>
          </a:bodyPr>
          <a:lstStyle xmlns:a="http://schemas.openxmlformats.org/drawingml/2006/main"/>
          <a:p xmlns:a="http://schemas.openxmlformats.org/drawingml/2006/main">
            <a:pPr algn="ctr">
              <a:buNone/>
              <a:defRPr sz="1080" b="1">
                <a:solidFill>
                  <a:srgbClr val="17324D"/>
                </a:solidFill>
                <a:latin typeface="Inter"/>
                <a:ea typeface="Inter"/>
                <a:cs typeface="Inter"/>
              </a:defRPr>
            </a:pPr>
            <a:r>
              <a:rPr sz="1080" b="1">
                <a:solidFill>
                  <a:srgbClr val="17324D"/>
                </a:solidFill>
                <a:latin typeface="Inter"/>
                <a:ea typeface="Inter"/>
                <a:cs typeface="Inter"/>
              </a:rPr>
              <a:t>Theo dõi và báo cáo</a:t>
            </a:r>
          </a:p>
        </p:txBody>
      </p:sp>
      <p:sp>
        <p:nvSpPr>
          <p:cNvPr id="128" name="Cây chức năng - lá 6.1">
            <a:extLst xmlns:a="http://schemas.openxmlformats.org/drawingml/2006/main">
              <a:ext uri="{FF2B5EF4-FFF2-40B4-BE49-F238E27FC236}">
                <a16:creationId xmlns:a16="http://schemas.microsoft.com/office/drawing/2014/main" id="{F73E983F-0762-4D7B-8E24-BE3F904F7F1A}"/>
              </a:ext>
            </a:extLst>
          </p:cNvPr>
          <p:cNvSpPr>
            <a:spLocks xmlns:a="http://schemas.openxmlformats.org/drawingml/2006/main" noGrp="1"/>
          </p:cNvSpPr>
          <p:nvPr/>
        </p:nvSpPr>
        <p:spPr>
          <a:xfrm xmlns:a="http://schemas.openxmlformats.org/drawingml/2006/main">
            <a:off x="5305425" y="4048125"/>
            <a:ext cx="3086100" cy="161925"/>
          </a:xfrm>
          <a:prstGeom xmlns:a="http://schemas.openxmlformats.org/drawingml/2006/main" prst="roundRect">
            <a:avLst>
              <a:gd name="adj" fmla="val 11765"/>
            </a:avLst>
          </a:prstGeom>
          <a:solidFill xmlns:a="http://schemas.openxmlformats.org/drawingml/2006/main">
            <a:srgbClr val="FFFFFF"/>
          </a:solidFill>
          <a:ln xmlns:a="http://schemas.openxmlformats.org/drawingml/2006/main" w="10478">
            <a:solidFill>
              <a:srgbClr val="17324D"/>
            </a:solidFill>
            <a:prstDash val="solid"/>
          </a:ln>
        </p:spPr>
        <p:txBody>
          <a:bodyPr xmlns:a="http://schemas.openxmlformats.org/drawingml/2006/main" lIns="28575" tIns="0" rIns="28575" bIns="0" anchor="ctr">
            <a:normAutofit fontScale="100000"/>
          </a:bodyPr>
          <a:lstStyle xmlns:a="http://schemas.openxmlformats.org/drawingml/2006/main"/>
          <a:p xmlns:a="http://schemas.openxmlformats.org/drawingml/2006/main">
            <a:pPr algn="ctr">
              <a:buNone/>
              <a:defRPr sz="930" b="0">
                <a:solidFill>
                  <a:srgbClr val="17324D"/>
                </a:solidFill>
                <a:latin typeface="Inter"/>
                <a:ea typeface="Inter"/>
                <a:cs typeface="Inter"/>
              </a:defRPr>
            </a:pPr>
            <a:r>
              <a:rPr sz="930" b="0">
                <a:solidFill>
                  <a:srgbClr val="17324D"/>
                </a:solidFill>
                <a:latin typeface="Inter"/>
                <a:ea typeface="Inter"/>
                <a:cs typeface="Inter"/>
              </a:rPr>
              <a:t>Lọc theo phạm vi</a:t>
            </a:r>
          </a:p>
        </p:txBody>
      </p:sp>
      <p:sp>
        <p:nvSpPr>
          <p:cNvPr id="129" name="Cây chức năng - lá 6.2">
            <a:extLst xmlns:a="http://schemas.openxmlformats.org/drawingml/2006/main">
              <a:ext uri="{FF2B5EF4-FFF2-40B4-BE49-F238E27FC236}">
                <a16:creationId xmlns:a16="http://schemas.microsoft.com/office/drawing/2014/main" id="{CB82C96A-7D43-4F98-931A-DF5C0C6860F6}"/>
              </a:ext>
            </a:extLst>
          </p:cNvPr>
          <p:cNvSpPr>
            <a:spLocks xmlns:a="http://schemas.openxmlformats.org/drawingml/2006/main" noGrp="1"/>
          </p:cNvSpPr>
          <p:nvPr/>
        </p:nvSpPr>
        <p:spPr>
          <a:xfrm xmlns:a="http://schemas.openxmlformats.org/drawingml/2006/main">
            <a:off x="5305425" y="4227195"/>
            <a:ext cx="3086100" cy="161925"/>
          </a:xfrm>
          <a:prstGeom xmlns:a="http://schemas.openxmlformats.org/drawingml/2006/main" prst="roundRect">
            <a:avLst>
              <a:gd name="adj" fmla="val 11765"/>
            </a:avLst>
          </a:prstGeom>
          <a:solidFill xmlns:a="http://schemas.openxmlformats.org/drawingml/2006/main">
            <a:srgbClr val="FFFFFF"/>
          </a:solidFill>
          <a:ln xmlns:a="http://schemas.openxmlformats.org/drawingml/2006/main" w="10478">
            <a:solidFill>
              <a:srgbClr val="17324D"/>
            </a:solidFill>
            <a:prstDash val="solid"/>
          </a:ln>
        </p:spPr>
        <p:txBody>
          <a:bodyPr xmlns:a="http://schemas.openxmlformats.org/drawingml/2006/main" lIns="28575" tIns="0" rIns="28575" bIns="0" anchor="ctr">
            <a:normAutofit fontScale="100000"/>
          </a:bodyPr>
          <a:lstStyle xmlns:a="http://schemas.openxmlformats.org/drawingml/2006/main"/>
          <a:p xmlns:a="http://schemas.openxmlformats.org/drawingml/2006/main">
            <a:pPr algn="ctr">
              <a:buNone/>
              <a:defRPr sz="930" b="0">
                <a:solidFill>
                  <a:srgbClr val="17324D"/>
                </a:solidFill>
                <a:latin typeface="Inter"/>
                <a:ea typeface="Inter"/>
                <a:cs typeface="Inter"/>
              </a:defRPr>
            </a:pPr>
            <a:r>
              <a:rPr sz="930" b="0">
                <a:solidFill>
                  <a:srgbClr val="17324D"/>
                </a:solidFill>
                <a:latin typeface="Inter"/>
                <a:ea typeface="Inter"/>
                <a:cs typeface="Inter"/>
              </a:rPr>
              <a:t>Xem chỉ số tổng hợp</a:t>
            </a:r>
          </a:p>
        </p:txBody>
      </p:sp>
      <p:sp>
        <p:nvSpPr>
          <p:cNvPr id="130" name="Cây chức năng - lá 6.3">
            <a:extLst xmlns:a="http://schemas.openxmlformats.org/drawingml/2006/main">
              <a:ext uri="{FF2B5EF4-FFF2-40B4-BE49-F238E27FC236}">
                <a16:creationId xmlns:a16="http://schemas.microsoft.com/office/drawing/2014/main" id="{FCB62A7E-168A-4A66-99F7-6C560DC9597E}"/>
              </a:ext>
            </a:extLst>
          </p:cNvPr>
          <p:cNvSpPr>
            <a:spLocks xmlns:a="http://schemas.openxmlformats.org/drawingml/2006/main" noGrp="1"/>
          </p:cNvSpPr>
          <p:nvPr/>
        </p:nvSpPr>
        <p:spPr>
          <a:xfrm xmlns:a="http://schemas.openxmlformats.org/drawingml/2006/main">
            <a:off x="5305425" y="4406265"/>
            <a:ext cx="3086100" cy="161925"/>
          </a:xfrm>
          <a:prstGeom xmlns:a="http://schemas.openxmlformats.org/drawingml/2006/main" prst="roundRect">
            <a:avLst>
              <a:gd name="adj" fmla="val 11765"/>
            </a:avLst>
          </a:prstGeom>
          <a:solidFill xmlns:a="http://schemas.openxmlformats.org/drawingml/2006/main">
            <a:srgbClr val="FFFFFF"/>
          </a:solidFill>
          <a:ln xmlns:a="http://schemas.openxmlformats.org/drawingml/2006/main" w="10478">
            <a:solidFill>
              <a:srgbClr val="17324D"/>
            </a:solidFill>
            <a:prstDash val="solid"/>
          </a:ln>
        </p:spPr>
        <p:txBody>
          <a:bodyPr xmlns:a="http://schemas.openxmlformats.org/drawingml/2006/main" lIns="28575" tIns="0" rIns="28575" bIns="0" anchor="ctr">
            <a:normAutofit fontScale="100000"/>
          </a:bodyPr>
          <a:lstStyle xmlns:a="http://schemas.openxmlformats.org/drawingml/2006/main"/>
          <a:p xmlns:a="http://schemas.openxmlformats.org/drawingml/2006/main">
            <a:pPr algn="ctr">
              <a:buNone/>
              <a:defRPr sz="930" b="0">
                <a:solidFill>
                  <a:srgbClr val="17324D"/>
                </a:solidFill>
                <a:latin typeface="Inter"/>
                <a:ea typeface="Inter"/>
                <a:cs typeface="Inter"/>
              </a:defRPr>
            </a:pPr>
            <a:r>
              <a:rPr sz="930" b="0">
                <a:solidFill>
                  <a:srgbClr val="17324D"/>
                </a:solidFill>
                <a:latin typeface="Inter"/>
                <a:ea typeface="Inter"/>
                <a:cs typeface="Inter"/>
              </a:rPr>
              <a:t>Xuất báo cáo</a:t>
            </a:r>
          </a:p>
        </p:txBody>
      </p:sp>
      <p:sp>
        <p:nvSpPr>
          <p:cNvPr id="131" name="Cây chức năng - lá 6.4">
            <a:extLst xmlns:a="http://schemas.openxmlformats.org/drawingml/2006/main">
              <a:ext uri="{FF2B5EF4-FFF2-40B4-BE49-F238E27FC236}">
                <a16:creationId xmlns:a16="http://schemas.microsoft.com/office/drawing/2014/main" id="{BD4ABB55-6553-4A88-AD53-FB98A834FC8C}"/>
              </a:ext>
            </a:extLst>
          </p:cNvPr>
          <p:cNvSpPr>
            <a:spLocks xmlns:a="http://schemas.openxmlformats.org/drawingml/2006/main" noGrp="1"/>
          </p:cNvSpPr>
          <p:nvPr/>
        </p:nvSpPr>
        <p:spPr>
          <a:xfrm xmlns:a="http://schemas.openxmlformats.org/drawingml/2006/main">
            <a:off x="5305425" y="4585335"/>
            <a:ext cx="3086100" cy="161925"/>
          </a:xfrm>
          <a:prstGeom xmlns:a="http://schemas.openxmlformats.org/drawingml/2006/main" prst="roundRect">
            <a:avLst>
              <a:gd name="adj" fmla="val 11765"/>
            </a:avLst>
          </a:prstGeom>
          <a:solidFill xmlns:a="http://schemas.openxmlformats.org/drawingml/2006/main">
            <a:srgbClr val="FFFFFF"/>
          </a:solidFill>
          <a:ln xmlns:a="http://schemas.openxmlformats.org/drawingml/2006/main" w="10478">
            <a:solidFill>
              <a:srgbClr val="17324D"/>
            </a:solidFill>
            <a:prstDash val="solid"/>
          </a:ln>
        </p:spPr>
        <p:txBody>
          <a:bodyPr xmlns:a="http://schemas.openxmlformats.org/drawingml/2006/main" lIns="28575" tIns="0" rIns="28575" bIns="0" anchor="ctr">
            <a:normAutofit fontScale="100000"/>
          </a:bodyPr>
          <a:lstStyle xmlns:a="http://schemas.openxmlformats.org/drawingml/2006/main"/>
          <a:p xmlns:a="http://schemas.openxmlformats.org/drawingml/2006/main">
            <a:pPr algn="ctr">
              <a:buNone/>
              <a:defRPr sz="930" b="0">
                <a:solidFill>
                  <a:srgbClr val="17324D"/>
                </a:solidFill>
                <a:latin typeface="Inter"/>
                <a:ea typeface="Inter"/>
                <a:cs typeface="Inter"/>
              </a:defRPr>
            </a:pPr>
            <a:r>
              <a:rPr sz="930" b="0">
                <a:solidFill>
                  <a:srgbClr val="17324D"/>
                </a:solidFill>
                <a:latin typeface="Inter"/>
                <a:ea typeface="Inter"/>
                <a:cs typeface="Inter"/>
              </a:rPr>
              <a:t>Nhận thông báo</a:t>
            </a:r>
          </a:p>
        </p:txBody>
      </p:sp>
      <p:sp>
        <p:nvSpPr>
          <p:cNvPr id="132" name="Cây chức năng - lá 6.5">
            <a:extLst xmlns:a="http://schemas.openxmlformats.org/drawingml/2006/main">
              <a:ext uri="{FF2B5EF4-FFF2-40B4-BE49-F238E27FC236}">
                <a16:creationId xmlns:a16="http://schemas.microsoft.com/office/drawing/2014/main" id="{5E7BEA69-8A08-40C8-964B-CFA85C49AFA0}"/>
              </a:ext>
            </a:extLst>
          </p:cNvPr>
          <p:cNvSpPr>
            <a:spLocks xmlns:a="http://schemas.openxmlformats.org/drawingml/2006/main" noGrp="1"/>
          </p:cNvSpPr>
          <p:nvPr/>
        </p:nvSpPr>
        <p:spPr>
          <a:xfrm xmlns:a="http://schemas.openxmlformats.org/drawingml/2006/main">
            <a:off x="5305425" y="4764405"/>
            <a:ext cx="3086100" cy="161925"/>
          </a:xfrm>
          <a:prstGeom xmlns:a="http://schemas.openxmlformats.org/drawingml/2006/main" prst="roundRect">
            <a:avLst>
              <a:gd name="adj" fmla="val 11765"/>
            </a:avLst>
          </a:prstGeom>
          <a:solidFill xmlns:a="http://schemas.openxmlformats.org/drawingml/2006/main">
            <a:srgbClr val="FFFFFF"/>
          </a:solidFill>
          <a:ln xmlns:a="http://schemas.openxmlformats.org/drawingml/2006/main" w="10478">
            <a:solidFill>
              <a:srgbClr val="17324D"/>
            </a:solidFill>
            <a:prstDash val="solid"/>
          </a:ln>
        </p:spPr>
        <p:txBody>
          <a:bodyPr xmlns:a="http://schemas.openxmlformats.org/drawingml/2006/main" lIns="28575" tIns="0" rIns="28575" bIns="0" anchor="ctr">
            <a:normAutofit fontScale="100000"/>
          </a:bodyPr>
          <a:lstStyle xmlns:a="http://schemas.openxmlformats.org/drawingml/2006/main"/>
          <a:p xmlns:a="http://schemas.openxmlformats.org/drawingml/2006/main">
            <a:pPr algn="ctr">
              <a:buNone/>
              <a:defRPr sz="930" b="0">
                <a:solidFill>
                  <a:srgbClr val="17324D"/>
                </a:solidFill>
                <a:latin typeface="Inter"/>
                <a:ea typeface="Inter"/>
                <a:cs typeface="Inter"/>
              </a:defRPr>
            </a:pPr>
            <a:r>
              <a:rPr sz="930" b="0">
                <a:solidFill>
                  <a:srgbClr val="17324D"/>
                </a:solidFill>
                <a:latin typeface="Inter"/>
                <a:ea typeface="Inter"/>
                <a:cs typeface="Inter"/>
              </a:rPr>
              <a:t>Theo dõi hộp thư</a:t>
            </a:r>
          </a:p>
        </p:txBody>
      </p:sp>
    </p:spTree>
    <p:extLst>
      <p:ext uri="{BB962C8B-B14F-4D97-AF65-F5344CB8AC3E}">
        <p14:creationId xmlns:p14="http://schemas.microsoft.com/office/powerpoint/2010/main" val="103122864"/>
      </p:ext>
    </p:extLst>
  </p:cSld>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75488" y="347472"/>
            <a:ext cx="4114800" cy="182880"/>
          </a:xfrm>
          <a:prstGeom prst="rect">
            <a:avLst/>
          </a:prstGeom>
          <a:noFill/>
        </p:spPr>
        <p:txBody>
          <a:bodyPr wrap="none" lIns="0" tIns="0" rIns="0" bIns="0">
            <a:spAutoFit/>
          </a:bodyPr>
          <a:lstStyle/>
          <a:p>
            <a:pPr>
              <a:defRPr sz="780" b="1">
                <a:solidFill>
                  <a:srgbClr val="00A67E"/>
                </a:solidFill>
                <a:latin typeface="Inter"/>
              </a:defRPr>
            </a:pPr>
            <a:r>
              <a:t>11  ·  KẾT THÚC BÁO CÁO</a:t>
            </a:r>
          </a:p>
        </p:txBody>
      </p:sp>
      <p:sp>
        <p:nvSpPr>
          <p:cNvPr id="3" name="TextBox 2"/>
          <p:cNvSpPr txBox="1"/>
          <p:nvPr/>
        </p:nvSpPr>
        <p:spPr>
          <a:xfrm>
            <a:off x="457200" y="2011680"/>
            <a:ext cx="8229600" cy="914400"/>
          </a:xfrm>
          <a:prstGeom prst="rect">
            <a:avLst/>
          </a:prstGeom>
          <a:noFill/>
        </p:spPr>
        <p:txBody>
          <a:bodyPr wrap="none" lIns="0" tIns="0" rIns="0" bIns="0">
            <a:spAutoFit/>
          </a:bodyPr>
          <a:lstStyle/>
          <a:p>
            <a:pPr algn="ctr">
              <a:defRPr sz="2600" b="1">
                <a:solidFill>
                  <a:srgbClr val="121826"/>
                </a:solidFill>
                <a:latin typeface="Inter"/>
              </a:defRPr>
            </a:pPr>
            <a:r>
              <a:t>Cảm ơn Quý Thầy Cô và các bạn đã lắng nghe!</a:t>
            </a:r>
          </a:p>
        </p:txBody>
      </p:sp>
      <p:sp>
        <p:nvSpPr>
          <p:cNvPr id="4" name="Rectangle 3"/>
          <p:cNvSpPr/>
          <p:nvPr/>
        </p:nvSpPr>
        <p:spPr>
          <a:xfrm>
            <a:off x="521207" y="4873752"/>
            <a:ext cx="7141464" cy="18288"/>
          </a:xfrm>
          <a:prstGeom prst="rect">
            <a:avLst/>
          </a:prstGeom>
          <a:solidFill>
            <a:srgbClr val="00A6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30768" y="4809744"/>
            <a:ext cx="329184" cy="137160"/>
          </a:xfrm>
          <a:prstGeom prst="rect">
            <a:avLst/>
          </a:prstGeom>
          <a:noFill/>
        </p:spPr>
        <p:txBody>
          <a:bodyPr wrap="none" lIns="0" tIns="0" rIns="0" bIns="0">
            <a:spAutoFit/>
          </a:bodyPr>
          <a:lstStyle/>
          <a:p>
            <a:pPr>
              <a:defRPr sz="850" b="1">
                <a:solidFill>
                  <a:srgbClr val="121826"/>
                </a:solidFill>
                <a:latin typeface="Inter"/>
              </a:defRPr>
            </a:pPr>
            <a:r>
              <a:t>11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2026-08-18T22:06:13.8410000Z</dcterms:created>
  <dcterms:modified xsi:type="dcterms:W3CDTF">2026-08-18T22:06:13.8410000Z</dcterms:modified>
</coreProperties>
</file>